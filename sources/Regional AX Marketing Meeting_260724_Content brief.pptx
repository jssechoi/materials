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738" r:id="rId2"/>
    <p:sldMasterId id="2147483746" r:id="rId3"/>
  </p:sldMasterIdLst>
  <p:notesMasterIdLst>
    <p:notesMasterId r:id="rId6"/>
  </p:notesMasterIdLst>
  <p:sldIdLst>
    <p:sldId id="2147483357" r:id="rId4"/>
    <p:sldId id="2147483358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0000FF"/>
    <a:srgbClr val="FF7C80"/>
    <a:srgbClr val="FFFFCC"/>
    <a:srgbClr val="437BD2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24" autoAdjust="0"/>
    <p:restoredTop sz="97421" autoAdjust="0"/>
  </p:normalViewPr>
  <p:slideViewPr>
    <p:cSldViewPr snapToGrid="0">
      <p:cViewPr varScale="1">
        <p:scale>
          <a:sx n="77" d="100"/>
          <a:sy n="77" d="100"/>
        </p:scale>
        <p:origin x="64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1E25F-F657-4ADF-A3E2-34051B53D88A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7F1C7-E666-46CD-8EF3-3429A65419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1C38-3717-1A69-EB48-E10112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2FD41-AB70-7350-18CE-51FB1B50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5E261-8AAF-2EEF-82EE-F1F60BA80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Samsung SS Body KR Regular"/>
                <a:ea typeface="Samsung SS Head KR Light" pitchFamily="2" charset="-127"/>
                <a:cs typeface="+mn-cs"/>
              </a:rPr>
              <a:t>Collaborating with Global CX Academy, developed comprehensive training programs that enable rapid adoption of AI Agent/Tool capabilities across our marketing organization. </a:t>
            </a: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99670-BA7A-5A1A-288D-3106DEF9C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E72CDC-151E-4034-9F59-941A1953234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96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1C38-3717-1A69-EB48-E10112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2FD41-AB70-7350-18CE-51FB1B50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5E261-8AAF-2EEF-82EE-F1F60BA80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Samsung SS Body KR Regular"/>
                <a:ea typeface="Samsung SS Head KR Light" pitchFamily="2" charset="-127"/>
                <a:cs typeface="+mn-cs"/>
              </a:rPr>
              <a:t>Collaborating with Global CX Academy, developed comprehensive training programs that enable rapid adoption of AI Agent/Tool capabilities across our marketing organization. </a:t>
            </a: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99670-BA7A-5A1A-288D-3106DEF9C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E72CDC-151E-4034-9F59-941A1953234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77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료 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730800" y="1832400"/>
            <a:ext cx="10908000" cy="132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>
                <a:latin typeface="Samsung SS Head KR Bold" pitchFamily="2" charset="-127"/>
                <a:ea typeface="Samsung SS Head KR Bold" pitchFamily="2" charset="-127"/>
              </a:defRPr>
            </a:lvl1pPr>
          </a:lstStyle>
          <a:p>
            <a:pPr lvl="0"/>
            <a:r>
              <a:rPr lang="ko-KR" altLang="en-US"/>
              <a:t>자료 타이틀 입력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4" hasCustomPrompt="1"/>
          </p:nvPr>
        </p:nvSpPr>
        <p:spPr>
          <a:xfrm>
            <a:off x="964541" y="5372507"/>
            <a:ext cx="4916216" cy="29300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buNone/>
              <a:defRPr lang="ko-KR" altLang="en-US" sz="1800" kern="1200" spc="0" dirty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n-cs"/>
              </a:defRPr>
            </a:lvl1pPr>
          </a:lstStyle>
          <a:p>
            <a:pPr lvl="0"/>
            <a:r>
              <a:rPr lang="ko-KR" altLang="en-US"/>
              <a:t>날짜</a:t>
            </a:r>
          </a:p>
        </p:txBody>
      </p:sp>
      <p:cxnSp>
        <p:nvCxnSpPr>
          <p:cNvPr id="18" name="직선 연결선 17"/>
          <p:cNvCxnSpPr/>
          <p:nvPr userDrawn="1"/>
        </p:nvCxnSpPr>
        <p:spPr bwMode="auto">
          <a:xfrm>
            <a:off x="800548" y="5422699"/>
            <a:ext cx="0" cy="552887"/>
          </a:xfrm>
          <a:prstGeom prst="line">
            <a:avLst/>
          </a:prstGeom>
          <a:noFill/>
          <a:ln w="508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텍스트 개체 틀 16"/>
          <p:cNvSpPr>
            <a:spLocks noGrp="1"/>
          </p:cNvSpPr>
          <p:nvPr>
            <p:ph type="body" sz="quarter" idx="15" hasCustomPrompt="1"/>
          </p:nvPr>
        </p:nvSpPr>
        <p:spPr>
          <a:xfrm>
            <a:off x="964541" y="5665514"/>
            <a:ext cx="4916216" cy="310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buNone/>
              <a:defRPr lang="ko-KR" altLang="en-US" sz="1800" kern="1200" spc="0" dirty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n-cs"/>
              </a:defRPr>
            </a:lvl1pPr>
          </a:lstStyle>
          <a:p>
            <a:pPr lvl="0"/>
            <a:r>
              <a:rPr lang="ko-KR" altLang="en-US"/>
              <a:t>글로벌마케팅실</a:t>
            </a:r>
            <a:r>
              <a:rPr lang="en-US" altLang="ko-KR"/>
              <a:t>(GMO)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46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730800" y="3026203"/>
            <a:ext cx="10908000" cy="132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>
                <a:latin typeface="Samsung SS Head KR Bold" pitchFamily="2" charset="-127"/>
                <a:ea typeface="Samsung SS Head KR Bold" pitchFamily="2" charset="-127"/>
              </a:defRPr>
            </a:lvl1pPr>
          </a:lstStyle>
          <a:p>
            <a:pPr lvl="0"/>
            <a:r>
              <a:rPr lang="ko-KR" altLang="en-US" err="1"/>
              <a:t>안건명</a:t>
            </a:r>
            <a:r>
              <a:rPr lang="ko-KR" altLang="en-US"/>
              <a:t> 입력</a:t>
            </a:r>
          </a:p>
        </p:txBody>
      </p:sp>
      <p:cxnSp>
        <p:nvCxnSpPr>
          <p:cNvPr id="3" name="직선 연결선 2"/>
          <p:cNvCxnSpPr/>
          <p:nvPr userDrawn="1"/>
        </p:nvCxnSpPr>
        <p:spPr bwMode="auto">
          <a:xfrm>
            <a:off x="648148" y="3007153"/>
            <a:ext cx="0" cy="552887"/>
          </a:xfrm>
          <a:prstGeom prst="line">
            <a:avLst/>
          </a:prstGeom>
          <a:noFill/>
          <a:ln w="508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</p:spTree>
    <p:extLst>
      <p:ext uri="{BB962C8B-B14F-4D97-AF65-F5344CB8AC3E}">
        <p14:creationId xmlns:p14="http://schemas.microsoft.com/office/powerpoint/2010/main" val="27485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30800" y="1006117"/>
            <a:ext cx="10908000" cy="709200"/>
          </a:xfrm>
        </p:spPr>
        <p:txBody>
          <a:bodyPr>
            <a:normAutofit/>
          </a:bodyPr>
          <a:lstStyle>
            <a:lvl1pPr marL="0" algn="l" defTabSz="914400" rtl="0" eaLnBrk="1" latinLnBrk="1" hangingPunct="1">
              <a:defRPr lang="ko-KR" altLang="en-US" sz="4000" kern="1200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  <a:cs typeface="+mn-cs"/>
              </a:defRPr>
            </a:lvl1pPr>
          </a:lstStyle>
          <a:p>
            <a:r>
              <a:rPr lang="ko-KR" altLang="en-US"/>
              <a:t>목 차 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375200" y="2385258"/>
            <a:ext cx="93600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/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1"/>
          </p:nvPr>
        </p:nvSpPr>
        <p:spPr>
          <a:xfrm>
            <a:off x="1375200" y="3142473"/>
            <a:ext cx="93600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/>
          </a:p>
        </p:txBody>
      </p:sp>
      <p:sp>
        <p:nvSpPr>
          <p:cNvPr id="18" name="텍스트 개체 틀 15"/>
          <p:cNvSpPr>
            <a:spLocks noGrp="1"/>
          </p:cNvSpPr>
          <p:nvPr>
            <p:ph type="body" sz="quarter" idx="12"/>
          </p:nvPr>
        </p:nvSpPr>
        <p:spPr>
          <a:xfrm>
            <a:off x="1375200" y="3899688"/>
            <a:ext cx="93600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/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375200" y="4656904"/>
            <a:ext cx="93600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/>
          </a:p>
        </p:txBody>
      </p:sp>
      <p:cxnSp>
        <p:nvCxnSpPr>
          <p:cNvPr id="12" name="직선 연결선 11"/>
          <p:cNvCxnSpPr/>
          <p:nvPr userDrawn="1"/>
        </p:nvCxnSpPr>
        <p:spPr bwMode="auto">
          <a:xfrm>
            <a:off x="912297" y="2383302"/>
            <a:ext cx="0" cy="2664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600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51076"/>
          </a:xfrm>
        </p:spPr>
        <p:txBody>
          <a:bodyPr lIns="504000" anchor="b">
            <a:normAutofit/>
          </a:bodyPr>
          <a:lstStyle>
            <a:lvl1pPr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/>
              <a:t>양식 참고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05494" y="2260438"/>
            <a:ext cx="3049386" cy="549778"/>
            <a:chOff x="405494" y="2260438"/>
            <a:chExt cx="11345778" cy="549778"/>
          </a:xfrm>
        </p:grpSpPr>
        <p:sp>
          <p:nvSpPr>
            <p:cNvPr id="7" name="모서리가 둥근 직사각형 6"/>
            <p:cNvSpPr/>
            <p:nvPr userDrawn="1"/>
          </p:nvSpPr>
          <p:spPr>
            <a:xfrm>
              <a:off x="405494" y="2260438"/>
              <a:ext cx="11345778" cy="549778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8D266A-F7C9-D692-C6FA-BF4F6DDF841F}"/>
                </a:ext>
              </a:extLst>
            </p:cNvPr>
            <p:cNvSpPr txBox="1"/>
            <p:nvPr userDrawn="1"/>
          </p:nvSpPr>
          <p:spPr>
            <a:xfrm>
              <a:off x="505655" y="2324444"/>
              <a:ext cx="111389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19434" latinLnBrk="0">
                <a:defRPr/>
              </a:pPr>
              <a:r>
                <a:rPr lang="en-US" altLang="ko-KR" sz="2000">
                  <a:solidFill>
                    <a:schemeClr val="bg1"/>
                  </a:solidFill>
                  <a:latin typeface="Samsung SS Body KR Bold" pitchFamily="2" charset="-127"/>
                  <a:ea typeface="Samsung SS Body KR Bold" pitchFamily="2" charset="-127"/>
                </a:rPr>
                <a:t>SS Body KR Bold / 20p</a:t>
              </a:r>
            </a:p>
          </p:txBody>
        </p:sp>
      </p:grpSp>
      <p:grpSp>
        <p:nvGrpSpPr>
          <p:cNvPr id="5" name="그룹 4"/>
          <p:cNvGrpSpPr/>
          <p:nvPr userDrawn="1"/>
        </p:nvGrpSpPr>
        <p:grpSpPr>
          <a:xfrm>
            <a:off x="417716" y="3039002"/>
            <a:ext cx="3042816" cy="2964447"/>
            <a:chOff x="417715" y="3039002"/>
            <a:chExt cx="11321335" cy="2964447"/>
          </a:xfrm>
        </p:grpSpPr>
        <p:sp>
          <p:nvSpPr>
            <p:cNvPr id="8" name="사각형: 둥근 모서리 1">
              <a:extLst>
                <a:ext uri="{FF2B5EF4-FFF2-40B4-BE49-F238E27FC236}">
                  <a16:creationId xmlns:a16="http://schemas.microsoft.com/office/drawing/2014/main" id="{805A8A3A-4F5C-3B8B-214F-79B3E2308BD8}"/>
                </a:ext>
              </a:extLst>
            </p:cNvPr>
            <p:cNvSpPr/>
            <p:nvPr userDrawn="1"/>
          </p:nvSpPr>
          <p:spPr>
            <a:xfrm>
              <a:off x="417715" y="3039002"/>
              <a:ext cx="11321335" cy="2964447"/>
            </a:xfrm>
            <a:prstGeom prst="roundRect">
              <a:avLst>
                <a:gd name="adj" fmla="val 548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26" latinLnBrk="0">
                <a:lnSpc>
                  <a:spcPct val="120000"/>
                </a:lnSpc>
                <a:buClr>
                  <a:srgbClr val="000000"/>
                </a:buClr>
                <a:defRPr/>
              </a:pPr>
              <a:endParaRPr lang="en-US" altLang="ko-KR" sz="1400" kern="0" spc="-90">
                <a:solidFill>
                  <a:srgbClr val="1934CF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KoPubWorld돋움체 Bold" panose="00000800000000000000" pitchFamily="2" charset="-127"/>
                <a:sym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8D266A-F7C9-D692-C6FA-BF4F6DDF841F}"/>
                </a:ext>
              </a:extLst>
            </p:cNvPr>
            <p:cNvSpPr txBox="1"/>
            <p:nvPr userDrawn="1"/>
          </p:nvSpPr>
          <p:spPr>
            <a:xfrm>
              <a:off x="1502902" y="3190449"/>
              <a:ext cx="91509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19434" latinLnBrk="0">
                <a:defRPr/>
              </a:pPr>
              <a:r>
                <a:rPr lang="ko-KR" altLang="en-US" sz="1800" b="1" kern="1200">
                  <a:solidFill>
                    <a:srgbClr val="000000"/>
                  </a:solidFill>
                  <a:latin typeface="Samsung SS Body KR Regular" pitchFamily="2" charset="-127"/>
                  <a:ea typeface="Samsung SS Body KR Regular" pitchFamily="2" charset="-127"/>
                  <a:cs typeface="+mn-cs"/>
                </a:rPr>
                <a:t>아래 표에 대한 </a:t>
              </a:r>
              <a:r>
                <a:rPr lang="ko-KR" altLang="en-US" b="1">
                  <a:solidFill>
                    <a:srgbClr val="000000"/>
                  </a:solidFill>
                  <a:latin typeface="Samsung SS Body KR Regular" pitchFamily="2" charset="-127"/>
                  <a:ea typeface="Samsung SS Body KR Regular" pitchFamily="2" charset="-127"/>
                </a:rPr>
                <a:t>제목 </a:t>
              </a:r>
              <a:endParaRPr lang="en-US" altLang="ko-KR" b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타원 2"/>
          <p:cNvSpPr/>
          <p:nvPr userDrawn="1"/>
        </p:nvSpPr>
        <p:spPr>
          <a:xfrm>
            <a:off x="405494" y="1211586"/>
            <a:ext cx="685871" cy="68587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D266A-F7C9-D692-C6FA-BF4F6DDF841F}"/>
              </a:ext>
            </a:extLst>
          </p:cNvPr>
          <p:cNvSpPr txBox="1"/>
          <p:nvPr userDrawn="1"/>
        </p:nvSpPr>
        <p:spPr>
          <a:xfrm>
            <a:off x="1257628" y="1369897"/>
            <a:ext cx="1842624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19434" latinLnBrk="0">
              <a:defRPr/>
            </a:pPr>
            <a:r>
              <a:rPr lang="en-US" altLang="ko-KR" b="1">
                <a:solidFill>
                  <a:srgbClr val="1934CF"/>
                </a:solidFill>
                <a:latin typeface="Samsung SS Body KR Light" pitchFamily="2" charset="-127"/>
                <a:ea typeface="Samsung SS Body KR Light" pitchFamily="2" charset="-127"/>
              </a:rPr>
              <a:t>Point Color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71272519"/>
              </p:ext>
            </p:extLst>
          </p:nvPr>
        </p:nvGraphicFramePr>
        <p:xfrm>
          <a:off x="4173197" y="1211586"/>
          <a:ext cx="2770233" cy="4901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0233">
                  <a:extLst>
                    <a:ext uri="{9D8B030D-6E8A-4147-A177-3AD203B41FA5}">
                      <a16:colId xmlns:a16="http://schemas.microsoft.com/office/drawing/2014/main" val="234941738"/>
                    </a:ext>
                  </a:extLst>
                </a:gridCol>
              </a:tblGrid>
              <a:tr h="578498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34221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1760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84018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199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04674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0607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44746"/>
                  </a:ext>
                </a:extLst>
              </a:tr>
            </a:tbl>
          </a:graphicData>
        </a:graphic>
      </p:graphicFrame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0088541"/>
              </p:ext>
            </p:extLst>
          </p:nvPr>
        </p:nvGraphicFramePr>
        <p:xfrm>
          <a:off x="7265531" y="1211586"/>
          <a:ext cx="2770233" cy="4901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0233">
                  <a:extLst>
                    <a:ext uri="{9D8B030D-6E8A-4147-A177-3AD203B41FA5}">
                      <a16:colId xmlns:a16="http://schemas.microsoft.com/office/drawing/2014/main" val="234941738"/>
                    </a:ext>
                  </a:extLst>
                </a:gridCol>
              </a:tblGrid>
              <a:tr h="578498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34221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1760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84018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199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04674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0607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44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40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51076"/>
          </a:xfrm>
        </p:spPr>
        <p:txBody>
          <a:bodyPr lIns="504000" anchor="b">
            <a:normAutofit/>
          </a:bodyPr>
          <a:lstStyle>
            <a:lvl1pPr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/>
              <a:t>양식 참고</a:t>
            </a:r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56D21A3-BEBE-431E-A26F-A06086FE5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937" y="974905"/>
            <a:ext cx="8055247" cy="16028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Samsung SS Body KR Bold" pitchFamily="2" charset="-127"/>
                <a:ea typeface="Samsung SS Body KR Bold" pitchFamily="2" charset="-127"/>
              </a:defRPr>
            </a:lvl1pPr>
            <a:lvl2pPr marL="457200" indent="0">
              <a:buNone/>
              <a:defRPr sz="1800">
                <a:latin typeface="Samsung SS Body KR Regular" pitchFamily="2" charset="-127"/>
                <a:ea typeface="Samsung SS Body KR Regular" pitchFamily="2" charset="-127"/>
              </a:defRPr>
            </a:lvl2pPr>
            <a:lvl3pPr marL="914400" indent="0">
              <a:buNone/>
              <a:defRPr sz="1600">
                <a:latin typeface="Samsung SS Body KR Light" pitchFamily="2" charset="-127"/>
                <a:ea typeface="Samsung SS Body KR Light" pitchFamily="2" charset="-127"/>
              </a:defRPr>
            </a:lvl3pPr>
          </a:lstStyle>
          <a:p>
            <a:pPr lvl="0"/>
            <a:r>
              <a:rPr lang="ko-KR" altLang="en-US" b="1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err="1"/>
              <a:t>마스터</a:t>
            </a:r>
            <a:r>
              <a:rPr lang="ko-KR" altLang="en-US"/>
              <a:t> 텍스트 스타일을 편집하려면 클릭</a:t>
            </a:r>
          </a:p>
          <a:p>
            <a:pPr lvl="1"/>
            <a:r>
              <a:rPr lang="ko-KR" altLang="en-US" b="1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err="1"/>
              <a:t>두</a:t>
            </a:r>
            <a:r>
              <a:rPr lang="ko-KR" altLang="en-US"/>
              <a:t> 번째 수준</a:t>
            </a:r>
          </a:p>
          <a:p>
            <a:pPr lvl="2"/>
            <a:r>
              <a:rPr lang="ko-KR" altLang="en-US" b="1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err="1"/>
              <a:t>세</a:t>
            </a:r>
            <a:r>
              <a:rPr lang="ko-KR" altLang="en-US"/>
              <a:t>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1184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별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 userDrawn="1"/>
        </p:nvSpPr>
        <p:spPr>
          <a:xfrm>
            <a:off x="410886" y="294176"/>
            <a:ext cx="11332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kern="1200" noProof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j-cs"/>
              </a:rPr>
              <a:t>[</a:t>
            </a:r>
            <a:r>
              <a:rPr lang="ko-KR" altLang="en-US" sz="2400" kern="1200" noProof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j-cs"/>
              </a:rPr>
              <a:t>별첨</a:t>
            </a:r>
            <a:r>
              <a:rPr lang="en-US" altLang="ko-KR" sz="2400" kern="1200" noProof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j-cs"/>
              </a:rPr>
              <a:t>]  </a:t>
            </a:r>
            <a:endParaRPr lang="ko-KR" altLang="en-US" sz="2400" kern="1200">
              <a:solidFill>
                <a:schemeClr val="tx1"/>
              </a:solidFill>
              <a:latin typeface="Samsung SS Head KR Medium" pitchFamily="2" charset="-127"/>
              <a:ea typeface="Samsung SS Head KR Medium" pitchFamily="2" charset="-127"/>
              <a:cs typeface="+mj-cs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</p:spTree>
    <p:extLst>
      <p:ext uri="{BB962C8B-B14F-4D97-AF65-F5344CB8AC3E}">
        <p14:creationId xmlns:p14="http://schemas.microsoft.com/office/powerpoint/2010/main" val="1816695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39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3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723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4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5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bg>
      <p:bgPr>
        <a:solidFill>
          <a:srgbClr val="007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47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9528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4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5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1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1444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4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앙 타이틀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rgbClr val="F2F2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pc="-5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1086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 + 타이틀 설명글(+배경)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rgbClr val="F2F2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개체 틀 1"/>
          <p:cNvSpPr>
            <a:spLocks noGrp="1"/>
          </p:cNvSpPr>
          <p:nvPr>
            <p:ph type="title"/>
          </p:nvPr>
        </p:nvSpPr>
        <p:spPr>
          <a:xfrm>
            <a:off x="336630" y="208592"/>
            <a:ext cx="1151874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ko-KR" altLang="en-US" sz="2400" spc="-50" baseline="0" dirty="0">
                <a:latin typeface="Samsung SS Head KR Medium" pitchFamily="50" charset="-127"/>
                <a:ea typeface="Samsung SS Head KR Medium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630" y="684612"/>
            <a:ext cx="115187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2"/>
          <p:cNvSpPr>
            <a:spLocks noGrp="1"/>
          </p:cNvSpPr>
          <p:nvPr>
            <p:ph type="body" idx="10"/>
          </p:nvPr>
        </p:nvSpPr>
        <p:spPr>
          <a:xfrm>
            <a:off x="336628" y="809212"/>
            <a:ext cx="11518741" cy="240066"/>
          </a:xfrm>
          <a:noFill/>
        </p:spPr>
        <p:txBody>
          <a:bodyPr wrap="square" lIns="18288" tIns="9144" rIns="18288" bIns="9144">
            <a:spAutoFit/>
          </a:bodyPr>
          <a:lstStyle>
            <a:lvl1pPr>
              <a:defRPr lang="ko-KR" altLang="en-US" sz="1600" b="0" spc="-50" baseline="0" dirty="0" smtClean="0">
                <a:solidFill>
                  <a:srgbClr val="7F7F7F"/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marL="0"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66193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 + 타이틀 설명글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개체 틀 1"/>
          <p:cNvSpPr>
            <a:spLocks noGrp="1"/>
          </p:cNvSpPr>
          <p:nvPr>
            <p:ph type="title"/>
          </p:nvPr>
        </p:nvSpPr>
        <p:spPr>
          <a:xfrm>
            <a:off x="336630" y="208592"/>
            <a:ext cx="1151874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ko-KR" altLang="en-US" sz="2400" spc="-50" baseline="0" dirty="0">
                <a:latin typeface="Samsung SS Head KR Medium" pitchFamily="50" charset="-127"/>
                <a:ea typeface="Samsung SS Head KR Medium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630" y="684612"/>
            <a:ext cx="115187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2"/>
          <p:cNvSpPr>
            <a:spLocks noGrp="1"/>
          </p:cNvSpPr>
          <p:nvPr>
            <p:ph type="body" idx="10"/>
          </p:nvPr>
        </p:nvSpPr>
        <p:spPr>
          <a:xfrm>
            <a:off x="336628" y="809212"/>
            <a:ext cx="11518741" cy="240066"/>
          </a:xfrm>
          <a:noFill/>
        </p:spPr>
        <p:txBody>
          <a:bodyPr wrap="square" lIns="18288" tIns="9144" rIns="18288" bIns="9144">
            <a:spAutoFit/>
          </a:bodyPr>
          <a:lstStyle>
            <a:lvl1pPr>
              <a:defRPr lang="ko-KR" altLang="en-US" sz="1600" b="0" spc="-50" baseline="0" dirty="0" smtClean="0">
                <a:solidFill>
                  <a:srgbClr val="7F7F7F"/>
                </a:solidFill>
                <a:latin typeface="Samsung SS Body KR Regular" pitchFamily="2" charset="-127"/>
                <a:ea typeface="Samsung SS Body KR Regular" pitchFamily="2" charset="-127"/>
              </a:defRPr>
            </a:lvl1pPr>
          </a:lstStyle>
          <a:p>
            <a:pPr marL="0"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53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(바닥글 포함)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198000" y="6356350"/>
            <a:ext cx="2743200" cy="365125"/>
          </a:xfrm>
        </p:spPr>
        <p:txBody>
          <a:bodyPr/>
          <a:lstStyle/>
          <a:p>
            <a:r>
              <a:rPr lang="en-US" altLang="ko-KR" sz="1200">
                <a:solidFill>
                  <a:srgbClr val="666666"/>
                </a:solidFill>
                <a:latin typeface="Samsung SS Body KR Light" pitchFamily="34" charset="0"/>
                <a:ea typeface="Samsung SS Body KR Light" pitchFamily="34" charset="-122"/>
                <a:cs typeface="Samsung SS Body KR Light" pitchFamily="34" charset="-120"/>
              </a:rPr>
              <a:t>May 2026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z="1200" dirty="0" err="1">
                <a:solidFill>
                  <a:srgbClr val="666666"/>
                </a:solidFill>
                <a:latin typeface="Samsung SS Body KR Light" pitchFamily="34" charset="0"/>
                <a:ea typeface="Samsung SS Body KR Light" pitchFamily="34" charset="-122"/>
                <a:cs typeface="Samsung SS Body KR Light" pitchFamily="34" charset="-120"/>
              </a:rPr>
              <a:t>글로벌브랜드센터</a:t>
            </a:r>
            <a:r>
              <a:rPr lang="en-US" altLang="ko-KR" sz="1200" dirty="0">
                <a:solidFill>
                  <a:srgbClr val="666666"/>
                </a:solidFill>
                <a:latin typeface="Samsung SS Body KR Light" pitchFamily="34" charset="0"/>
                <a:ea typeface="Samsung SS Body KR Light" pitchFamily="34" charset="-122"/>
                <a:cs typeface="Samsung SS Body KR Light" pitchFamily="34" charset="-120"/>
              </a:rPr>
              <a:t> (GBC)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252000" y="6356350"/>
            <a:ext cx="2743200" cy="365125"/>
          </a:xfrm>
        </p:spPr>
        <p:txBody>
          <a:bodyPr/>
          <a:lstStyle/>
          <a:p>
            <a:fld id="{083E8347-EACF-4702-B347-7D5176CC432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04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537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May 2026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글로벌브랜드센터 </a:t>
            </a:r>
            <a:r>
              <a:rPr lang="en-US" altLang="ko-KR"/>
              <a:t>(GBC)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E8347-EACF-4702-B347-7D5176CC4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751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0000" y="359751"/>
            <a:ext cx="12192000" cy="446277"/>
          </a:xfrm>
        </p:spPr>
        <p:txBody>
          <a:bodyPr lIns="90000" anchor="b">
            <a:normAutofit/>
          </a:bodyPr>
          <a:lstStyle>
            <a:lvl1pPr marL="0" indent="0"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/>
              <a:t>양식 참고</a:t>
            </a:r>
          </a:p>
        </p:txBody>
      </p:sp>
    </p:spTree>
    <p:extLst>
      <p:ext uri="{BB962C8B-B14F-4D97-AF65-F5344CB8AC3E}">
        <p14:creationId xmlns:p14="http://schemas.microsoft.com/office/powerpoint/2010/main" val="2562861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료 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730800" y="1832400"/>
            <a:ext cx="10908000" cy="1324800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Samsung SS Head KR Bold" pitchFamily="2" charset="-127"/>
                <a:ea typeface="Samsung SS Head KR Bold" pitchFamily="2" charset="-127"/>
              </a:defRPr>
            </a:lvl1pPr>
          </a:lstStyle>
          <a:p>
            <a:pPr lvl="0"/>
            <a:r>
              <a:rPr lang="ko-KR" altLang="en-US" dirty="0"/>
              <a:t>자료 타이틀 입력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4" hasCustomPrompt="1"/>
          </p:nvPr>
        </p:nvSpPr>
        <p:spPr>
          <a:xfrm>
            <a:off x="964541" y="5372507"/>
            <a:ext cx="4916216" cy="293007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buNone/>
              <a:defRPr lang="ko-KR" altLang="en-US" sz="1800" kern="1200" spc="0" dirty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날짜</a:t>
            </a:r>
          </a:p>
        </p:txBody>
      </p:sp>
      <p:cxnSp>
        <p:nvCxnSpPr>
          <p:cNvPr id="18" name="직선 연결선 17"/>
          <p:cNvCxnSpPr/>
          <p:nvPr userDrawn="1"/>
        </p:nvCxnSpPr>
        <p:spPr bwMode="auto">
          <a:xfrm>
            <a:off x="800548" y="5422699"/>
            <a:ext cx="0" cy="552887"/>
          </a:xfrm>
          <a:prstGeom prst="line">
            <a:avLst/>
          </a:prstGeom>
          <a:noFill/>
          <a:ln w="508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텍스트 개체 틀 16"/>
          <p:cNvSpPr>
            <a:spLocks noGrp="1"/>
          </p:cNvSpPr>
          <p:nvPr>
            <p:ph type="body" sz="quarter" idx="15" hasCustomPrompt="1"/>
          </p:nvPr>
        </p:nvSpPr>
        <p:spPr>
          <a:xfrm>
            <a:off x="964541" y="5665514"/>
            <a:ext cx="4916216" cy="310072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buNone/>
              <a:defRPr lang="ko-KR" altLang="en-US" sz="1800" kern="1200" spc="0" dirty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글로벌마케팅실</a:t>
            </a:r>
            <a:r>
              <a:rPr lang="en-US" altLang="ko-KR" dirty="0"/>
              <a:t>(GMO)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363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730800" y="3026203"/>
            <a:ext cx="10908000" cy="13248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Samsung SS Head KR Bold" pitchFamily="2" charset="-127"/>
                <a:ea typeface="Samsung SS Head KR Bold" pitchFamily="2" charset="-127"/>
              </a:defRPr>
            </a:lvl1pPr>
          </a:lstStyle>
          <a:p>
            <a:pPr lvl="0"/>
            <a:r>
              <a:rPr lang="ko-KR" altLang="en-US" dirty="0" err="1"/>
              <a:t>안건명</a:t>
            </a:r>
            <a:r>
              <a:rPr lang="ko-KR" altLang="en-US" dirty="0"/>
              <a:t> 입력</a:t>
            </a:r>
          </a:p>
        </p:txBody>
      </p:sp>
      <p:cxnSp>
        <p:nvCxnSpPr>
          <p:cNvPr id="3" name="직선 연결선 2"/>
          <p:cNvCxnSpPr/>
          <p:nvPr userDrawn="1"/>
        </p:nvCxnSpPr>
        <p:spPr bwMode="auto">
          <a:xfrm>
            <a:off x="648148" y="3007153"/>
            <a:ext cx="0" cy="552887"/>
          </a:xfrm>
          <a:prstGeom prst="line">
            <a:avLst/>
          </a:prstGeom>
          <a:noFill/>
          <a:ln w="508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8701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30800" y="1006117"/>
            <a:ext cx="10908000" cy="709200"/>
          </a:xfrm>
        </p:spPr>
        <p:txBody>
          <a:bodyPr>
            <a:normAutofit/>
          </a:bodyPr>
          <a:lstStyle>
            <a:lvl1pPr marL="0" algn="l" defTabSz="914400" rtl="0" eaLnBrk="1" latinLnBrk="1" hangingPunct="1">
              <a:defRPr lang="ko-KR" altLang="en-US" sz="4000" kern="1200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  <a:cs typeface="+mn-cs"/>
              </a:defRPr>
            </a:lvl1pPr>
          </a:lstStyle>
          <a:p>
            <a:r>
              <a:rPr lang="ko-KR" altLang="en-US" dirty="0"/>
              <a:t>목 차 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375200" y="2385258"/>
            <a:ext cx="9360000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 dirty="0"/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11"/>
          </p:nvPr>
        </p:nvSpPr>
        <p:spPr>
          <a:xfrm>
            <a:off x="1375200" y="3142473"/>
            <a:ext cx="9360000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 dirty="0"/>
          </a:p>
        </p:txBody>
      </p:sp>
      <p:sp>
        <p:nvSpPr>
          <p:cNvPr id="18" name="텍스트 개체 틀 15"/>
          <p:cNvSpPr>
            <a:spLocks noGrp="1"/>
          </p:cNvSpPr>
          <p:nvPr>
            <p:ph type="body" sz="quarter" idx="12"/>
          </p:nvPr>
        </p:nvSpPr>
        <p:spPr>
          <a:xfrm>
            <a:off x="1375200" y="3899688"/>
            <a:ext cx="9360000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 dirty="0"/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375200" y="4656904"/>
            <a:ext cx="9360000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dirty="0" smtClean="0">
                <a:latin typeface="Samsung SS Head KR Medium" pitchFamily="2" charset="-127"/>
                <a:ea typeface="Samsung SS Head KR Medium" pitchFamily="2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26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51076"/>
          </a:xfrm>
        </p:spPr>
        <p:txBody>
          <a:bodyPr lIns="504000" anchor="b">
            <a:normAutofit/>
          </a:bodyPr>
          <a:lstStyle>
            <a:lvl1pPr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 dirty="0"/>
              <a:t>양식 참고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405494" y="2260438"/>
            <a:ext cx="3049386" cy="549778"/>
            <a:chOff x="405494" y="2260438"/>
            <a:chExt cx="11345778" cy="549778"/>
          </a:xfrm>
        </p:grpSpPr>
        <p:sp>
          <p:nvSpPr>
            <p:cNvPr id="7" name="모서리가 둥근 직사각형 6"/>
            <p:cNvSpPr/>
            <p:nvPr userDrawn="1"/>
          </p:nvSpPr>
          <p:spPr>
            <a:xfrm>
              <a:off x="405494" y="2260438"/>
              <a:ext cx="11345778" cy="549778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8D266A-F7C9-D692-C6FA-BF4F6DDF841F}"/>
                </a:ext>
              </a:extLst>
            </p:cNvPr>
            <p:cNvSpPr txBox="1"/>
            <p:nvPr userDrawn="1"/>
          </p:nvSpPr>
          <p:spPr>
            <a:xfrm>
              <a:off x="505655" y="2324444"/>
              <a:ext cx="1113894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19434" latinLnBrk="0">
                <a:defRPr/>
              </a:pPr>
              <a:r>
                <a:rPr lang="en-US" altLang="ko-KR" sz="2000" dirty="0">
                  <a:solidFill>
                    <a:schemeClr val="bg1"/>
                  </a:solidFill>
                  <a:latin typeface="Samsung SS Body KR Bold" pitchFamily="2" charset="-127"/>
                  <a:ea typeface="Samsung SS Body KR Bold" pitchFamily="2" charset="-127"/>
                </a:rPr>
                <a:t>SS Body KR Bold / 20p</a:t>
              </a:r>
            </a:p>
          </p:txBody>
        </p:sp>
      </p:grpSp>
      <p:grpSp>
        <p:nvGrpSpPr>
          <p:cNvPr id="5" name="그룹 4"/>
          <p:cNvGrpSpPr/>
          <p:nvPr userDrawn="1"/>
        </p:nvGrpSpPr>
        <p:grpSpPr>
          <a:xfrm>
            <a:off x="417716" y="3039002"/>
            <a:ext cx="3042816" cy="2964447"/>
            <a:chOff x="417715" y="3039002"/>
            <a:chExt cx="11321335" cy="2964447"/>
          </a:xfrm>
        </p:grpSpPr>
        <p:sp>
          <p:nvSpPr>
            <p:cNvPr id="8" name="사각형: 둥근 모서리 1">
              <a:extLst>
                <a:ext uri="{FF2B5EF4-FFF2-40B4-BE49-F238E27FC236}">
                  <a16:creationId xmlns:a16="http://schemas.microsoft.com/office/drawing/2014/main" id="{805A8A3A-4F5C-3B8B-214F-79B3E2308BD8}"/>
                </a:ext>
              </a:extLst>
            </p:cNvPr>
            <p:cNvSpPr/>
            <p:nvPr userDrawn="1"/>
          </p:nvSpPr>
          <p:spPr>
            <a:xfrm>
              <a:off x="417715" y="3039002"/>
              <a:ext cx="11321335" cy="2964447"/>
            </a:xfrm>
            <a:prstGeom prst="roundRect">
              <a:avLst>
                <a:gd name="adj" fmla="val 548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26" latinLnBrk="0">
                <a:lnSpc>
                  <a:spcPct val="120000"/>
                </a:lnSpc>
                <a:buClr>
                  <a:srgbClr val="000000"/>
                </a:buClr>
                <a:defRPr/>
              </a:pPr>
              <a:endParaRPr lang="en-US" altLang="ko-KR" sz="1400" kern="0" spc="-90" dirty="0">
                <a:solidFill>
                  <a:srgbClr val="1934CF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KoPubWorld돋움체 Bold" panose="00000800000000000000" pitchFamily="2" charset="-127"/>
                <a:sym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8D266A-F7C9-D692-C6FA-BF4F6DDF841F}"/>
                </a:ext>
              </a:extLst>
            </p:cNvPr>
            <p:cNvSpPr txBox="1"/>
            <p:nvPr userDrawn="1"/>
          </p:nvSpPr>
          <p:spPr>
            <a:xfrm>
              <a:off x="1502902" y="3190449"/>
              <a:ext cx="91509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19434" latinLnBrk="0">
                <a:defRPr/>
              </a:pPr>
              <a:r>
                <a:rPr lang="ko-KR" altLang="en-US" b="1" dirty="0">
                  <a:solidFill>
                    <a:srgbClr val="000000"/>
                  </a:solidFill>
                  <a:latin typeface="Samsung SS Body KR Regular" pitchFamily="2" charset="-127"/>
                  <a:ea typeface="Samsung SS Body KR Regular" pitchFamily="2" charset="-127"/>
                </a:rPr>
                <a:t>아래 표에 대한 제목 </a:t>
              </a:r>
              <a:endParaRPr lang="en-US" altLang="ko-KR" b="1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타원 2"/>
          <p:cNvSpPr/>
          <p:nvPr userDrawn="1"/>
        </p:nvSpPr>
        <p:spPr>
          <a:xfrm>
            <a:off x="405494" y="1211586"/>
            <a:ext cx="685871" cy="685871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D266A-F7C9-D692-C6FA-BF4F6DDF841F}"/>
              </a:ext>
            </a:extLst>
          </p:cNvPr>
          <p:cNvSpPr txBox="1"/>
          <p:nvPr userDrawn="1"/>
        </p:nvSpPr>
        <p:spPr>
          <a:xfrm>
            <a:off x="1257628" y="1369897"/>
            <a:ext cx="1842624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19434" latinLnBrk="0">
              <a:defRPr/>
            </a:pPr>
            <a:r>
              <a:rPr lang="en-US" altLang="ko-KR" b="1" dirty="0">
                <a:solidFill>
                  <a:srgbClr val="1934CF"/>
                </a:solidFill>
                <a:latin typeface="Samsung SS Body KR Light" pitchFamily="2" charset="-127"/>
                <a:ea typeface="Samsung SS Body KR Light" pitchFamily="2" charset="-127"/>
              </a:rPr>
              <a:t>Point Color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15910060"/>
              </p:ext>
            </p:extLst>
          </p:nvPr>
        </p:nvGraphicFramePr>
        <p:xfrm>
          <a:off x="4173197" y="1211586"/>
          <a:ext cx="2770233" cy="4901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0233">
                  <a:extLst>
                    <a:ext uri="{9D8B030D-6E8A-4147-A177-3AD203B41FA5}">
                      <a16:colId xmlns:a16="http://schemas.microsoft.com/office/drawing/2014/main" val="234941738"/>
                    </a:ext>
                  </a:extLst>
                </a:gridCol>
              </a:tblGrid>
              <a:tr h="57849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34221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1760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84018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199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04674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0607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44746"/>
                  </a:ext>
                </a:extLst>
              </a:tr>
            </a:tbl>
          </a:graphicData>
        </a:graphic>
      </p:graphicFrame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26671687"/>
              </p:ext>
            </p:extLst>
          </p:nvPr>
        </p:nvGraphicFramePr>
        <p:xfrm>
          <a:off x="7265531" y="1211586"/>
          <a:ext cx="2770233" cy="49012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0233">
                  <a:extLst>
                    <a:ext uri="{9D8B030D-6E8A-4147-A177-3AD203B41FA5}">
                      <a16:colId xmlns:a16="http://schemas.microsoft.com/office/drawing/2014/main" val="234941738"/>
                    </a:ext>
                  </a:extLst>
                </a:gridCol>
              </a:tblGrid>
              <a:tr h="57849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34221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1760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84018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1999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04674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06078"/>
                  </a:ext>
                </a:extLst>
              </a:tr>
              <a:tr h="720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44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244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51076"/>
          </a:xfrm>
        </p:spPr>
        <p:txBody>
          <a:bodyPr lIns="504000" anchor="b">
            <a:normAutofit/>
          </a:bodyPr>
          <a:lstStyle>
            <a:lvl1pPr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 dirty="0"/>
              <a:t>양식 참고</a:t>
            </a:r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</p:spTree>
    <p:extLst>
      <p:ext uri="{BB962C8B-B14F-4D97-AF65-F5344CB8AC3E}">
        <p14:creationId xmlns:p14="http://schemas.microsoft.com/office/powerpoint/2010/main" val="773543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서식 참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51076"/>
          </a:xfrm>
        </p:spPr>
        <p:txBody>
          <a:bodyPr lIns="504000" anchor="b">
            <a:normAutofit/>
          </a:bodyPr>
          <a:lstStyle>
            <a:lvl1pPr>
              <a:defRPr sz="2400">
                <a:latin typeface="Samsung SS Head KR Medium" pitchFamily="2" charset="-127"/>
                <a:ea typeface="Samsung SS Head KR Medium" pitchFamily="2" charset="-127"/>
              </a:defRPr>
            </a:lvl1pPr>
          </a:lstStyle>
          <a:p>
            <a:r>
              <a:rPr lang="ko-KR" altLang="en-US" dirty="0"/>
              <a:t>양식 참고</a:t>
            </a:r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56D21A3-BEBE-431E-A26F-A06086FE5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937" y="974905"/>
            <a:ext cx="8055247" cy="1602829"/>
          </a:xfrm>
        </p:spPr>
        <p:txBody>
          <a:bodyPr/>
          <a:lstStyle>
            <a:lvl1pPr marL="0" indent="0">
              <a:buNone/>
              <a:defRPr sz="2000">
                <a:latin typeface="Samsung SS Body KR Bold" pitchFamily="2" charset="-127"/>
                <a:ea typeface="Samsung SS Body KR Bold" pitchFamily="2" charset="-127"/>
              </a:defRPr>
            </a:lvl1pPr>
            <a:lvl2pPr marL="457200" indent="0">
              <a:buNone/>
              <a:defRPr sz="1800">
                <a:latin typeface="Samsung SS Body KR Regular" pitchFamily="2" charset="-127"/>
                <a:ea typeface="Samsung SS Body KR Regular" pitchFamily="2" charset="-127"/>
              </a:defRPr>
            </a:lvl2pPr>
            <a:lvl3pPr marL="914400" indent="0">
              <a:buNone/>
              <a:defRPr sz="1600">
                <a:latin typeface="Samsung SS Body KR Light" pitchFamily="2" charset="-127"/>
                <a:ea typeface="Samsung SS Body KR Light" pitchFamily="2" charset="-127"/>
              </a:defRPr>
            </a:lvl3pPr>
          </a:lstStyle>
          <a:p>
            <a:pPr lvl="0"/>
            <a:r>
              <a:rPr lang="ko-KR" altLang="en-US" b="1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dirty="0" err="1"/>
              <a:t>마스터</a:t>
            </a:r>
            <a:r>
              <a:rPr lang="ko-KR" altLang="en-US" dirty="0"/>
              <a:t> 텍스트 스타일을 편집하려면 클릭</a:t>
            </a:r>
          </a:p>
          <a:p>
            <a:pPr lvl="1"/>
            <a:r>
              <a:rPr lang="ko-KR" altLang="en-US" b="1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dirty="0" err="1"/>
              <a:t>두</a:t>
            </a:r>
            <a:r>
              <a:rPr lang="ko-KR" altLang="en-US" dirty="0"/>
              <a:t> 번째 수준</a:t>
            </a:r>
          </a:p>
          <a:p>
            <a:pPr lvl="2"/>
            <a:r>
              <a:rPr lang="ko-KR" altLang="en-US" b="1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ㆍ</a:t>
            </a:r>
            <a:r>
              <a:rPr lang="ko-KR" altLang="en-US" dirty="0" err="1"/>
              <a:t>세</a:t>
            </a:r>
            <a:r>
              <a:rPr lang="ko-KR" altLang="en-US" dirty="0"/>
              <a:t>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139553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별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 bwMode="auto">
          <a:xfrm>
            <a:off x="429937" y="793355"/>
            <a:ext cx="11332127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 userDrawn="1"/>
        </p:nvSpPr>
        <p:spPr>
          <a:xfrm>
            <a:off x="410886" y="294176"/>
            <a:ext cx="3142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kern="1200" noProof="0" dirty="0">
                <a:solidFill>
                  <a:schemeClr val="tx1"/>
                </a:solidFill>
                <a:latin typeface="Samsung SS Head KR Medium" pitchFamily="2" charset="-127"/>
                <a:ea typeface="Samsung SS Head KR Medium" pitchFamily="2" charset="-127"/>
                <a:cs typeface="+mj-cs"/>
              </a:rPr>
              <a:t>[Appendix]  </a:t>
            </a:r>
            <a:endParaRPr lang="ko-KR" altLang="en-US" sz="2400" kern="1200" dirty="0">
              <a:solidFill>
                <a:schemeClr val="tx1"/>
              </a:solidFill>
              <a:latin typeface="Samsung SS Head KR Medium" pitchFamily="2" charset="-127"/>
              <a:ea typeface="Samsung SS Head KR Medium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7734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(+페이지번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 userDrawn="1"/>
        </p:nvSpPr>
        <p:spPr>
          <a:xfrm>
            <a:off x="5861206" y="6500967"/>
            <a:ext cx="468000" cy="216000"/>
          </a:xfrm>
          <a:prstGeom prst="rect">
            <a:avLst/>
          </a:prstGeom>
        </p:spPr>
        <p:txBody>
          <a:bodyPr vert="horz" wrap="none" lIns="36000" tIns="36000" rIns="36000" bIns="360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750" b="0" smtClean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pPr algn="r"/>
              <a:t>‹#›</a:t>
            </a:fld>
            <a:r>
              <a:rPr lang="en-US" sz="750" b="0" dirty="0">
                <a:solidFill>
                  <a:prstClr val="white">
                    <a:lumMod val="50000"/>
                  </a:prstClr>
                </a:solidFill>
                <a:latin typeface="Samsung SS Body KR Light" pitchFamily="2" charset="-127"/>
                <a:ea typeface="Samsung SS Body KR Light" pitchFamily="2" charset="-127"/>
                <a:cs typeface="Samsung Sharp Sans Bold" pitchFamily="2" charset="0"/>
              </a:rPr>
              <a:t>  / 00</a:t>
            </a:r>
          </a:p>
        </p:txBody>
      </p:sp>
    </p:spTree>
    <p:extLst>
      <p:ext uri="{BB962C8B-B14F-4D97-AF65-F5344CB8AC3E}">
        <p14:creationId xmlns:p14="http://schemas.microsoft.com/office/powerpoint/2010/main" val="4159487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5"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3396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4">
          <p15:clr>
            <a:srgbClr val="F26B43"/>
          </p15:clr>
        </p15:guide>
        <p15:guide id="2" pos="7355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5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572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471A0-26B4-4AB8-8F6A-6247EFEA40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4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000" kern="1200" dirty="0">
          <a:solidFill>
            <a:schemeClr val="tx1"/>
          </a:solidFill>
          <a:latin typeface="Samsung SS Head KR Bold" pitchFamily="2" charset="-127"/>
          <a:ea typeface="Samsung SS Head KR Bold" pitchFamily="2" charset="-127"/>
          <a:cs typeface="+mn-cs"/>
        </a:defRPr>
      </a:lvl1pPr>
    </p:titleStyle>
    <p:bodyStyle>
      <a:lvl1pPr marL="285750" indent="-28575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ko-KR" altLang="en-US" sz="2800" b="1" kern="1200" dirty="0">
          <a:solidFill>
            <a:srgbClr val="000000"/>
          </a:solidFill>
          <a:latin typeface="Samsung SS Body KR Regular" pitchFamily="2" charset="-127"/>
          <a:ea typeface="Samsung SS Body KR Regular" pitchFamily="2" charset="-127"/>
          <a:cs typeface="+mn-cs"/>
        </a:defRPr>
      </a:lvl1pPr>
      <a:lvl2pPr marL="57150" indent="-3429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amsung SS Body Regular"/>
          <a:ea typeface="+mn-ea"/>
          <a:cs typeface="+mn-cs"/>
        </a:defRPr>
      </a:lvl2pPr>
      <a:lvl3pPr marL="57150" indent="-3429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amsung SS Body Regular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msung SS Body Regular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msung SS Body Regular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z="1200">
                <a:solidFill>
                  <a:srgbClr val="666666"/>
                </a:solidFill>
                <a:latin typeface="Samsung SS Body KR Light" pitchFamily="34" charset="0"/>
                <a:ea typeface="Samsung SS Body KR Light" pitchFamily="34" charset="-122"/>
                <a:cs typeface="Samsung SS Body KR Light" pitchFamily="34" charset="-120"/>
              </a:rPr>
              <a:t>May 2026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글로벌브랜드센터 </a:t>
            </a:r>
            <a:r>
              <a:rPr lang="en-US" altLang="ko-KR"/>
              <a:t>(GBC)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E8347-EACF-4702-B347-7D5176CC4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85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572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471A0-26B4-4AB8-8F6A-6247EFEA40B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16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0A6F-3D38-05A6-F80D-877AD8B9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8">
            <a:extLst>
              <a:ext uri="{FF2B5EF4-FFF2-40B4-BE49-F238E27FC236}">
                <a16:creationId xmlns:a16="http://schemas.microsoft.com/office/drawing/2014/main" id="{E4CA0F7F-5977-4308-F512-472B0736AFDD}"/>
              </a:ext>
            </a:extLst>
          </p:cNvPr>
          <p:cNvSpPr txBox="1">
            <a:spLocks/>
          </p:cNvSpPr>
          <p:nvPr/>
        </p:nvSpPr>
        <p:spPr>
          <a:xfrm>
            <a:off x="429936" y="849539"/>
            <a:ext cx="11332127" cy="695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9434" latinLnBrk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ko-KR" sz="1800" dirty="0">
                <a:solidFill>
                  <a:srgbClr val="000000">
                    <a:lumMod val="95000"/>
                    <a:lumOff val="5000"/>
                  </a:srgbClr>
                </a:solidFill>
                <a:latin typeface="Samsung SS Body Regular" pitchFamily="2" charset="0"/>
                <a:ea typeface="Samsung SS Head KR Light" pitchFamily="2" charset="-127"/>
                <a:cs typeface="Samsung SS Body Regular" pitchFamily="2" charset="0"/>
              </a:rPr>
              <a:t>AI-assisted structuring that raises and standardizes the strategic quality of creative brief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E04C7F2-1FC2-C074-0DE5-4618450863A3}"/>
              </a:ext>
            </a:extLst>
          </p:cNvPr>
          <p:cNvSpPr txBox="1">
            <a:spLocks/>
          </p:cNvSpPr>
          <p:nvPr/>
        </p:nvSpPr>
        <p:spPr>
          <a:xfrm>
            <a:off x="360000" y="233916"/>
            <a:ext cx="11383965" cy="446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000" kern="1200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  <a:cs typeface="+mn-cs"/>
              </a:defRPr>
            </a:lvl1pPr>
          </a:lstStyle>
          <a:p>
            <a:pPr marL="0" marR="0" lvl="0" indent="0" algn="l" defTabSz="519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Creative Brief </a:t>
            </a:r>
            <a:r>
              <a:rPr lang="en-US" altLang="ko-KR" sz="2400" b="1" dirty="0">
                <a:solidFill>
                  <a:srgbClr val="000000">
                    <a:lumMod val="95000"/>
                    <a:lumOff val="5000"/>
                  </a:srgbClr>
                </a:solidFill>
              </a:rPr>
              <a:t>Agent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737E365-6E2D-4367-AB30-65EFC9B53FAE}"/>
              </a:ext>
            </a:extLst>
          </p:cNvPr>
          <p:cNvCxnSpPr>
            <a:cxnSpLocks/>
          </p:cNvCxnSpPr>
          <p:nvPr/>
        </p:nvCxnSpPr>
        <p:spPr bwMode="auto">
          <a:xfrm>
            <a:off x="429937" y="752535"/>
            <a:ext cx="10228538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 12">
            <a:extLst>
              <a:ext uri="{FF2B5EF4-FFF2-40B4-BE49-F238E27FC236}">
                <a16:creationId xmlns:a16="http://schemas.microsoft.com/office/drawing/2014/main" id="{5ED668AD-CA4B-445E-A7EA-06FB8B9C0C5B}"/>
              </a:ext>
            </a:extLst>
          </p:cNvPr>
          <p:cNvSpPr/>
          <p:nvPr/>
        </p:nvSpPr>
        <p:spPr>
          <a:xfrm>
            <a:off x="512826" y="1932437"/>
            <a:ext cx="3637599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Campaign requirements </a:t>
            </a:r>
            <a:r>
              <a:rPr lang="en-US" sz="8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(region, budget, period, etc.)</a:t>
            </a:r>
            <a:endParaRPr lang="en-US" altLang="ko-KR" sz="1200" dirty="0">
              <a:solidFill>
                <a:srgbClr val="333333"/>
              </a:solidFill>
              <a:latin typeface="Samsung SS Body Regular" pitchFamily="2" charset="0"/>
              <a:ea typeface="Samsung SS Body KR Regular"/>
              <a:cs typeface="Samsung SS Body Regular" pitchFamily="2" charset="0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C84CC4E8-B44B-48A4-9361-D7C03E530353}"/>
              </a:ext>
            </a:extLst>
          </p:cNvPr>
          <p:cNvSpPr/>
          <p:nvPr/>
        </p:nvSpPr>
        <p:spPr>
          <a:xfrm>
            <a:off x="512826" y="2563507"/>
            <a:ext cx="3346655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Attach related data</a:t>
            </a: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A66D183-FCBB-415E-A253-B6EBBD25B803}"/>
              </a:ext>
            </a:extLst>
          </p:cNvPr>
          <p:cNvSpPr/>
          <p:nvPr/>
        </p:nvSpPr>
        <p:spPr>
          <a:xfrm>
            <a:off x="4378655" y="1932437"/>
            <a:ext cx="3282212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Business objective</a:t>
            </a:r>
            <a:endParaRPr lang="en-US" altLang="ko-KR" sz="1200" dirty="0">
              <a:solidFill>
                <a:srgbClr val="333333"/>
              </a:solidFill>
              <a:latin typeface="Samsung SS Body Regular" pitchFamily="2" charset="0"/>
              <a:ea typeface="Samsung SS Body KR Regular"/>
              <a:cs typeface="Samsung SS Body Regular" pitchFamily="2" charset="0"/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30987AB0-6EA3-48ED-A56E-7768BF689986}"/>
              </a:ext>
            </a:extLst>
          </p:cNvPr>
          <p:cNvSpPr/>
          <p:nvPr/>
        </p:nvSpPr>
        <p:spPr>
          <a:xfrm>
            <a:off x="4378653" y="2253166"/>
            <a:ext cx="3346655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Business problem/rationale</a:t>
            </a:r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C19F499B-7868-41B0-8B37-7528075BD8E7}"/>
              </a:ext>
            </a:extLst>
          </p:cNvPr>
          <p:cNvSpPr/>
          <p:nvPr/>
        </p:nvSpPr>
        <p:spPr>
          <a:xfrm>
            <a:off x="4378653" y="2589178"/>
            <a:ext cx="3346655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Campaign Objectives</a:t>
            </a: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14817A5-FD98-4CF3-A912-2450C839E323}"/>
              </a:ext>
            </a:extLst>
          </p:cNvPr>
          <p:cNvSpPr/>
          <p:nvPr/>
        </p:nvSpPr>
        <p:spPr>
          <a:xfrm>
            <a:off x="8110125" y="1932437"/>
            <a:ext cx="3600000" cy="30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sz="1200" dirty="0">
                <a:solidFill>
                  <a:srgbClr val="333333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Who: Primary target, </a:t>
            </a:r>
            <a:r>
              <a:rPr lang="en-US" altLang="ko-KR" sz="12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Insight starters, etc.</a:t>
            </a:r>
            <a:endParaRPr lang="en-US" altLang="ko-KR" sz="1200" dirty="0">
              <a:latin typeface="Samsung SS Body Regular" pitchFamily="2" charset="0"/>
              <a:cs typeface="Samsung SS Body Regular" pitchFamily="2" charset="0"/>
            </a:endParaRPr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08EF7397-AED8-48FF-B33F-BAF4990A7A71}"/>
              </a:ext>
            </a:extLst>
          </p:cNvPr>
          <p:cNvSpPr/>
          <p:nvPr/>
        </p:nvSpPr>
        <p:spPr>
          <a:xfrm>
            <a:off x="8110102" y="2251966"/>
            <a:ext cx="3600000" cy="30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What: CXP/RTB, Key message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Samsung SS Body Regular" pitchFamily="2" charset="0"/>
              <a:ea typeface="Samsung SS Body KR Regular" pitchFamily="2" charset="-127"/>
              <a:cs typeface="Samsung SS Body Regular" pitchFamily="2" charset="0"/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FD6204D0-9010-4BFE-BD43-B12AA5AF9A21}"/>
              </a:ext>
            </a:extLst>
          </p:cNvPr>
          <p:cNvSpPr/>
          <p:nvPr/>
        </p:nvSpPr>
        <p:spPr>
          <a:xfrm>
            <a:off x="8110102" y="2563208"/>
            <a:ext cx="3984814" cy="30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How: </a:t>
            </a:r>
            <a:r>
              <a:rPr lang="en-US" altLang="ko-KR" sz="11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Deliverables, Campaign rollout, Campaign tonality</a:t>
            </a: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27671AC2-F63B-4EE3-974B-7CA43C07DD22}"/>
              </a:ext>
            </a:extLst>
          </p:cNvPr>
          <p:cNvSpPr/>
          <p:nvPr/>
        </p:nvSpPr>
        <p:spPr>
          <a:xfrm>
            <a:off x="8110102" y="2869205"/>
            <a:ext cx="3600000" cy="30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Content KPIs</a:t>
            </a: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6E98BDE-C58B-4420-AE66-D70EAEC0F819}"/>
              </a:ext>
            </a:extLst>
          </p:cNvPr>
          <p:cNvSpPr/>
          <p:nvPr/>
        </p:nvSpPr>
        <p:spPr>
          <a:xfrm>
            <a:off x="388370" y="1248896"/>
            <a:ext cx="926564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>
                <a:solidFill>
                  <a:srgbClr val="0000FF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[User input]</a:t>
            </a: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D7EFF9F6-D79B-4286-910F-53FD564EE686}"/>
              </a:ext>
            </a:extLst>
          </p:cNvPr>
          <p:cNvSpPr/>
          <p:nvPr/>
        </p:nvSpPr>
        <p:spPr>
          <a:xfrm>
            <a:off x="4249667" y="1248896"/>
            <a:ext cx="1950682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>
                <a:solidFill>
                  <a:srgbClr val="0000FF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[AI-drafted, User-refined]</a:t>
            </a: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BD9948BE-822A-4922-B591-8EDA747F0E3D}"/>
              </a:ext>
            </a:extLst>
          </p:cNvPr>
          <p:cNvSpPr/>
          <p:nvPr/>
        </p:nvSpPr>
        <p:spPr>
          <a:xfrm>
            <a:off x="8027279" y="1248896"/>
            <a:ext cx="1950682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>
                <a:solidFill>
                  <a:srgbClr val="0000FF"/>
                </a:solidFill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[AI-drafted, User-refined]</a:t>
            </a:r>
          </a:p>
        </p:txBody>
      </p:sp>
      <p:sp>
        <p:nvSpPr>
          <p:cNvPr id="74" name="모서리가 둥근 직사각형 28">
            <a:extLst>
              <a:ext uri="{FF2B5EF4-FFF2-40B4-BE49-F238E27FC236}">
                <a16:creationId xmlns:a16="http://schemas.microsoft.com/office/drawing/2014/main" id="{38BB6329-A084-4ECB-98A6-80D9123C2A12}"/>
              </a:ext>
            </a:extLst>
          </p:cNvPr>
          <p:cNvSpPr/>
          <p:nvPr/>
        </p:nvSpPr>
        <p:spPr>
          <a:xfrm>
            <a:off x="460676" y="1501883"/>
            <a:ext cx="3317405" cy="36404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 w="9525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0FC3D9-DC17-48B8-B3C8-E7D6D49DF33B}"/>
              </a:ext>
            </a:extLst>
          </p:cNvPr>
          <p:cNvSpPr txBox="1"/>
          <p:nvPr/>
        </p:nvSpPr>
        <p:spPr>
          <a:xfrm>
            <a:off x="476709" y="1517442"/>
            <a:ext cx="3307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19434" latinLnBrk="0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Samsung SS Body KR Regular" pitchFamily="2" charset="-127"/>
                <a:ea typeface="Samsung SS Body KR Regular" pitchFamily="2" charset="-127"/>
              </a:rPr>
              <a:t>Step1. Campaign Identification</a:t>
            </a:r>
          </a:p>
        </p:txBody>
      </p:sp>
      <p:sp>
        <p:nvSpPr>
          <p:cNvPr id="76" name="모서리가 둥근 직사각형 28">
            <a:extLst>
              <a:ext uri="{FF2B5EF4-FFF2-40B4-BE49-F238E27FC236}">
                <a16:creationId xmlns:a16="http://schemas.microsoft.com/office/drawing/2014/main" id="{43CEFF3A-EA24-4B45-8663-1AB5F299FC64}"/>
              </a:ext>
            </a:extLst>
          </p:cNvPr>
          <p:cNvSpPr/>
          <p:nvPr/>
        </p:nvSpPr>
        <p:spPr>
          <a:xfrm>
            <a:off x="4332032" y="1501883"/>
            <a:ext cx="3317405" cy="36404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 w="9525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F00D1D-0AA7-4CD5-B2BF-931EAC4FDCBA}"/>
              </a:ext>
            </a:extLst>
          </p:cNvPr>
          <p:cNvSpPr txBox="1"/>
          <p:nvPr/>
        </p:nvSpPr>
        <p:spPr>
          <a:xfrm>
            <a:off x="4348065" y="1517442"/>
            <a:ext cx="3307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19434" latinLnBrk="0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Samsung SS Body KR Regular" pitchFamily="2" charset="-127"/>
                <a:ea typeface="Samsung SS Body KR Regular" pitchFamily="2" charset="-127"/>
              </a:rPr>
              <a:t>Step2. Context &amp; Insight</a:t>
            </a:r>
          </a:p>
        </p:txBody>
      </p:sp>
      <p:sp>
        <p:nvSpPr>
          <p:cNvPr id="78" name="모서리가 둥근 직사각형 28">
            <a:extLst>
              <a:ext uri="{FF2B5EF4-FFF2-40B4-BE49-F238E27FC236}">
                <a16:creationId xmlns:a16="http://schemas.microsoft.com/office/drawing/2014/main" id="{B9DB7293-092B-46B6-B16E-CE9CB52561E9}"/>
              </a:ext>
            </a:extLst>
          </p:cNvPr>
          <p:cNvSpPr/>
          <p:nvPr/>
        </p:nvSpPr>
        <p:spPr>
          <a:xfrm>
            <a:off x="8110102" y="1501883"/>
            <a:ext cx="3317405" cy="36404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 w="9525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6A9E1B-FEE7-4C40-B1CA-F2E44725384B}"/>
              </a:ext>
            </a:extLst>
          </p:cNvPr>
          <p:cNvSpPr txBox="1"/>
          <p:nvPr/>
        </p:nvSpPr>
        <p:spPr>
          <a:xfrm>
            <a:off x="8126135" y="1517442"/>
            <a:ext cx="3307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19434" latinLnBrk="0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Samsung SS Body KR Regular" pitchFamily="2" charset="-127"/>
                <a:ea typeface="Samsung SS Body KR Regular" pitchFamily="2" charset="-127"/>
              </a:rPr>
              <a:t>Step3. Strategic Context</a:t>
            </a:r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59224E86-5A89-420E-ADB4-C1C6AA030704}"/>
              </a:ext>
            </a:extLst>
          </p:cNvPr>
          <p:cNvSpPr/>
          <p:nvPr/>
        </p:nvSpPr>
        <p:spPr>
          <a:xfrm>
            <a:off x="512826" y="2233143"/>
            <a:ext cx="3346655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amsung SS Body Regular" pitchFamily="2" charset="0"/>
                <a:ea typeface="Samsung SS Body KR Regular"/>
                <a:cs typeface="Samsung SS Body Regular" pitchFamily="2" charset="0"/>
              </a:rPr>
              <a:t>• </a:t>
            </a:r>
            <a:r>
              <a:rPr lang="en-US" altLang="ko-KR" sz="1200" dirty="0">
                <a:solidFill>
                  <a:srgbClr val="222222"/>
                </a:solidFill>
                <a:latin typeface="Samsung SS Body Regular" pitchFamily="2" charset="0"/>
                <a:ea typeface="Samsung SS Body KR Regular" pitchFamily="34" charset="-122"/>
                <a:cs typeface="Samsung SS Body Regular" pitchFamily="2" charset="0"/>
              </a:rPr>
              <a:t>Key milestones and date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Samsung SS Body Regular" pitchFamily="2" charset="0"/>
              <a:ea typeface="Samsung SS Body KR Regular" pitchFamily="2" charset="-127"/>
              <a:cs typeface="Samsung SS Body Regular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02443A-7CEC-457E-BD03-31EA7A2776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4" r="7303"/>
          <a:stretch/>
        </p:blipFill>
        <p:spPr>
          <a:xfrm>
            <a:off x="670956" y="3175206"/>
            <a:ext cx="2779965" cy="34607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9FFC54-5AB1-458B-86C1-C9FD109D5F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3" r="7224"/>
          <a:stretch/>
        </p:blipFill>
        <p:spPr>
          <a:xfrm>
            <a:off x="4544760" y="3175206"/>
            <a:ext cx="2779965" cy="34607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906F65-1C63-4DF7-9332-A675633F9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9" r="7465"/>
          <a:stretch/>
        </p:blipFill>
        <p:spPr>
          <a:xfrm>
            <a:off x="8353174" y="3181120"/>
            <a:ext cx="2779965" cy="34544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459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0A6F-3D38-05A6-F80D-877AD8B9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8">
            <a:extLst>
              <a:ext uri="{FF2B5EF4-FFF2-40B4-BE49-F238E27FC236}">
                <a16:creationId xmlns:a16="http://schemas.microsoft.com/office/drawing/2014/main" id="{E4CA0F7F-5977-4308-F512-472B0736AFDD}"/>
              </a:ext>
            </a:extLst>
          </p:cNvPr>
          <p:cNvSpPr txBox="1">
            <a:spLocks/>
          </p:cNvSpPr>
          <p:nvPr/>
        </p:nvSpPr>
        <p:spPr>
          <a:xfrm>
            <a:off x="429936" y="849539"/>
            <a:ext cx="11332127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9434" latinLnBrk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ko-KR" sz="1800" dirty="0">
                <a:solidFill>
                  <a:srgbClr val="000000">
                    <a:lumMod val="95000"/>
                    <a:lumOff val="5000"/>
                  </a:srgbClr>
                </a:solidFill>
                <a:latin typeface="Samsung SS Body Regular" pitchFamily="2" charset="0"/>
                <a:ea typeface="Samsung SS Head KR Light" pitchFamily="2" charset="-127"/>
                <a:cs typeface="Samsung SS Body Regular" pitchFamily="2" charset="0"/>
              </a:rPr>
              <a:t>MVP development in Jul; selective pilot &amp; usability validation in Aug; training rollout in Sep.</a:t>
            </a:r>
            <a:endParaRPr lang="ko-KR" altLang="en-US" sz="1800" dirty="0">
              <a:solidFill>
                <a:srgbClr val="000000">
                  <a:lumMod val="95000"/>
                  <a:lumOff val="5000"/>
                </a:srgbClr>
              </a:solidFill>
              <a:latin typeface="Samsung SS Body Regular" pitchFamily="2" charset="0"/>
              <a:ea typeface="Samsung SS Head KR Light" pitchFamily="2" charset="-127"/>
              <a:cs typeface="Samsung SS Body Regular" pitchFamily="2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E04C7F2-1FC2-C074-0DE5-4618450863A3}"/>
              </a:ext>
            </a:extLst>
          </p:cNvPr>
          <p:cNvSpPr txBox="1">
            <a:spLocks/>
          </p:cNvSpPr>
          <p:nvPr/>
        </p:nvSpPr>
        <p:spPr>
          <a:xfrm>
            <a:off x="360000" y="233916"/>
            <a:ext cx="11383965" cy="446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000" kern="1200" dirty="0">
                <a:solidFill>
                  <a:schemeClr val="tx1"/>
                </a:solidFill>
                <a:latin typeface="Samsung SS Head KR Bold" pitchFamily="2" charset="-127"/>
                <a:ea typeface="Samsung SS Head KR Bold" pitchFamily="2" charset="-127"/>
                <a:cs typeface="+mn-cs"/>
              </a:defRPr>
            </a:lvl1pPr>
          </a:lstStyle>
          <a:p>
            <a:pPr marL="0" marR="0" lvl="0" indent="0" algn="l" defTabSz="519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Samsung SS Head KR Bold" pitchFamily="2" charset="-127"/>
                <a:ea typeface="Samsung SS Head KR Bold" pitchFamily="2" charset="-127"/>
                <a:cs typeface="+mn-cs"/>
              </a:rPr>
              <a:t>Creative Brief Agent Roadmap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737E365-6E2D-4367-AB30-65EFC9B53FAE}"/>
              </a:ext>
            </a:extLst>
          </p:cNvPr>
          <p:cNvCxnSpPr>
            <a:cxnSpLocks/>
          </p:cNvCxnSpPr>
          <p:nvPr/>
        </p:nvCxnSpPr>
        <p:spPr bwMode="auto">
          <a:xfrm>
            <a:off x="429937" y="752535"/>
            <a:ext cx="10228538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5A49095-7619-46F0-9CD2-09B25C461991}"/>
              </a:ext>
            </a:extLst>
          </p:cNvPr>
          <p:cNvGrpSpPr/>
          <p:nvPr/>
        </p:nvGrpSpPr>
        <p:grpSpPr>
          <a:xfrm>
            <a:off x="429937" y="2365668"/>
            <a:ext cx="11340111" cy="3671674"/>
            <a:chOff x="429937" y="2260438"/>
            <a:chExt cx="11340111" cy="3671674"/>
          </a:xfrm>
        </p:grpSpPr>
        <p:sp>
          <p:nvSpPr>
            <p:cNvPr id="29" name="사각형: 둥근 모서리 1">
              <a:extLst>
                <a:ext uri="{FF2B5EF4-FFF2-40B4-BE49-F238E27FC236}">
                  <a16:creationId xmlns:a16="http://schemas.microsoft.com/office/drawing/2014/main" id="{817DF219-2E06-43BD-A2A8-A752B215A366}"/>
                </a:ext>
              </a:extLst>
            </p:cNvPr>
            <p:cNvSpPr/>
            <p:nvPr/>
          </p:nvSpPr>
          <p:spPr>
            <a:xfrm>
              <a:off x="429937" y="2741475"/>
              <a:ext cx="11340000" cy="3190637"/>
            </a:xfrm>
            <a:prstGeom prst="roundRect">
              <a:avLst>
                <a:gd name="adj" fmla="val 0"/>
              </a:avLst>
            </a:prstGeom>
            <a:solidFill>
              <a:srgbClr val="F8F8F8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926" latinLnBrk="0">
                <a:lnSpc>
                  <a:spcPct val="120000"/>
                </a:lnSpc>
                <a:buClr>
                  <a:srgbClr val="000000"/>
                </a:buClr>
              </a:pPr>
              <a:endParaRPr lang="en-US" altLang="ko-KR" sz="1400" kern="0" spc="-90" dirty="0">
                <a:solidFill>
                  <a:srgbClr val="1934CF"/>
                </a:solidFill>
                <a:latin typeface="SamsungOneKorean 700" panose="020B0803030303020204" pitchFamily="50" charset="-127"/>
                <a:ea typeface="SamsungOneKorean 700" panose="020B0803030303020204" pitchFamily="50" charset="-127"/>
                <a:cs typeface="KoPubWorld돋움체 Bold" panose="00000800000000000000" pitchFamily="2" charset="-127"/>
                <a:sym typeface="Arial"/>
              </a:endParaRPr>
            </a:p>
          </p:txBody>
        </p:sp>
        <p:sp>
          <p:nvSpPr>
            <p:cNvPr id="30" name="모서리가 둥근 직사각형 28">
              <a:extLst>
                <a:ext uri="{FF2B5EF4-FFF2-40B4-BE49-F238E27FC236}">
                  <a16:creationId xmlns:a16="http://schemas.microsoft.com/office/drawing/2014/main" id="{48766E8C-0DD9-4B28-8507-3A39C6373BC1}"/>
                </a:ext>
              </a:extLst>
            </p:cNvPr>
            <p:cNvSpPr/>
            <p:nvPr/>
          </p:nvSpPr>
          <p:spPr>
            <a:xfrm>
              <a:off x="430048" y="2260438"/>
              <a:ext cx="11340000" cy="549778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9525">
              <a:solidFill>
                <a:srgbClr val="0033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0F5033A-BF05-4AF6-AF04-C38261CACE6B}"/>
              </a:ext>
            </a:extLst>
          </p:cNvPr>
          <p:cNvSpPr txBox="1"/>
          <p:nvPr/>
        </p:nvSpPr>
        <p:spPr>
          <a:xfrm>
            <a:off x="446080" y="2447164"/>
            <a:ext cx="11323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19434" latinLnBrk="0">
              <a:defRPr/>
            </a:pPr>
            <a:r>
              <a:rPr lang="en-US" altLang="ko-KR" sz="2000">
                <a:solidFill>
                  <a:schemeClr val="bg1"/>
                </a:solidFill>
                <a:latin typeface="Samsung SS Body KR Bold" pitchFamily="2" charset="-127"/>
                <a:ea typeface="Samsung SS Body KR Bold" pitchFamily="2" charset="-127"/>
              </a:rPr>
              <a:t>Creative Brief Agent Project Timeline</a:t>
            </a:r>
            <a:endParaRPr lang="en-US" altLang="ko-KR" sz="2000" dirty="0">
              <a:solidFill>
                <a:schemeClr val="bg1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8EA91D1-B650-4E95-A861-1175CFC25302}"/>
              </a:ext>
            </a:extLst>
          </p:cNvPr>
          <p:cNvSpPr/>
          <p:nvPr/>
        </p:nvSpPr>
        <p:spPr>
          <a:xfrm>
            <a:off x="612240" y="3705311"/>
            <a:ext cx="10800000" cy="93431"/>
          </a:xfrm>
          <a:prstGeom prst="rect">
            <a:avLst/>
          </a:prstGeom>
          <a:gradFill flip="none" rotWithShape="1">
            <a:gsLst>
              <a:gs pos="0">
                <a:srgbClr val="003366">
                  <a:alpha val="0"/>
                </a:srgbClr>
              </a:gs>
              <a:gs pos="100000">
                <a:srgbClr val="003366">
                  <a:alpha val="0"/>
                </a:srgbClr>
              </a:gs>
              <a:gs pos="50000">
                <a:srgbClr val="003366">
                  <a:alpha val="55153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-7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DF310CF-13BC-4D3B-A0D1-3BD07B45517F}"/>
              </a:ext>
            </a:extLst>
          </p:cNvPr>
          <p:cNvGrpSpPr/>
          <p:nvPr/>
        </p:nvGrpSpPr>
        <p:grpSpPr>
          <a:xfrm>
            <a:off x="696439" y="3562526"/>
            <a:ext cx="1748235" cy="1460699"/>
            <a:chOff x="1395015" y="1805940"/>
            <a:chExt cx="1748235" cy="1460699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74693B8-8CB6-4650-858A-265DB48ED077}"/>
                </a:ext>
              </a:extLst>
            </p:cNvPr>
            <p:cNvSpPr/>
            <p:nvPr/>
          </p:nvSpPr>
          <p:spPr>
            <a:xfrm>
              <a:off x="2074822" y="1805940"/>
              <a:ext cx="388620" cy="388620"/>
            </a:xfrm>
            <a:prstGeom prst="ellipse">
              <a:avLst/>
            </a:prstGeom>
            <a:solidFill>
              <a:srgbClr val="00336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-7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36" name="Text Placeholder 1">
              <a:extLst>
                <a:ext uri="{FF2B5EF4-FFF2-40B4-BE49-F238E27FC236}">
                  <a16:creationId xmlns:a16="http://schemas.microsoft.com/office/drawing/2014/main" id="{FDF28928-F941-462D-9414-B069ADAB6A1C}"/>
                </a:ext>
              </a:extLst>
            </p:cNvPr>
            <p:cNvSpPr txBox="1">
              <a:spLocks/>
            </p:cNvSpPr>
            <p:nvPr/>
          </p:nvSpPr>
          <p:spPr>
            <a:xfrm>
              <a:off x="1602938" y="2215421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7/29</a:t>
              </a:r>
            </a:p>
          </p:txBody>
        </p:sp>
        <p:sp>
          <p:nvSpPr>
            <p:cNvPr id="37" name="Text Placeholder 1">
              <a:extLst>
                <a:ext uri="{FF2B5EF4-FFF2-40B4-BE49-F238E27FC236}">
                  <a16:creationId xmlns:a16="http://schemas.microsoft.com/office/drawing/2014/main" id="{620BBAB8-97FA-47A0-A643-CBB8455702E4}"/>
                </a:ext>
              </a:extLst>
            </p:cNvPr>
            <p:cNvSpPr txBox="1">
              <a:spLocks/>
            </p:cNvSpPr>
            <p:nvPr/>
          </p:nvSpPr>
          <p:spPr>
            <a:xfrm>
              <a:off x="1395015" y="2870421"/>
              <a:ext cx="1748235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spc="-70" dirty="0">
                  <a:solidFill>
                    <a:prstClr val="black"/>
                  </a:solidFill>
                  <a:latin typeface="Samsung SS Body KR Regular" pitchFamily="2" charset="-127"/>
                  <a:ea typeface="Samsung SS Body KR Regular" pitchFamily="2" charset="-127"/>
                </a:rPr>
                <a:t>MVP development complete</a:t>
              </a:r>
              <a:endParaRPr kumimoji="1" lang="ko-KR" altLang="en-US" sz="1600" b="1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5A40383-7882-4C65-8B98-882DFCED67D6}"/>
              </a:ext>
            </a:extLst>
          </p:cNvPr>
          <p:cNvGrpSpPr/>
          <p:nvPr/>
        </p:nvGrpSpPr>
        <p:grpSpPr>
          <a:xfrm>
            <a:off x="9408681" y="3972007"/>
            <a:ext cx="2153294" cy="1023424"/>
            <a:chOff x="5160933" y="3556545"/>
            <a:chExt cx="2153294" cy="1023424"/>
          </a:xfrm>
        </p:grpSpPr>
        <p:sp>
          <p:nvSpPr>
            <p:cNvPr id="40" name="Text Placeholder 1">
              <a:extLst>
                <a:ext uri="{FF2B5EF4-FFF2-40B4-BE49-F238E27FC236}">
                  <a16:creationId xmlns:a16="http://schemas.microsoft.com/office/drawing/2014/main" id="{B127336F-205E-4FFD-81A2-669320E97A80}"/>
                </a:ext>
              </a:extLst>
            </p:cNvPr>
            <p:cNvSpPr txBox="1">
              <a:spLocks/>
            </p:cNvSpPr>
            <p:nvPr/>
          </p:nvSpPr>
          <p:spPr>
            <a:xfrm>
              <a:off x="5576779" y="3556545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spc="-70" dirty="0">
                  <a:solidFill>
                    <a:srgbClr val="0000FF"/>
                  </a:solidFill>
                  <a:latin typeface="Samsung SS Body KR Regular" pitchFamily="2" charset="-127"/>
                  <a:ea typeface="Samsung SS Body KR Regular" pitchFamily="2" charset="-127"/>
                </a:rPr>
                <a:t>9</a:t>
              </a: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/15</a:t>
              </a:r>
            </a:p>
          </p:txBody>
        </p:sp>
        <p:sp>
          <p:nvSpPr>
            <p:cNvPr id="41" name="Text Placeholder 1">
              <a:extLst>
                <a:ext uri="{FF2B5EF4-FFF2-40B4-BE49-F238E27FC236}">
                  <a16:creationId xmlns:a16="http://schemas.microsoft.com/office/drawing/2014/main" id="{46C66DE8-8465-43BD-8DA5-73C12C601B2D}"/>
                </a:ext>
              </a:extLst>
            </p:cNvPr>
            <p:cNvSpPr txBox="1">
              <a:spLocks/>
            </p:cNvSpPr>
            <p:nvPr/>
          </p:nvSpPr>
          <p:spPr>
            <a:xfrm>
              <a:off x="5160933" y="4183751"/>
              <a:ext cx="2153294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Samsung U </a:t>
              </a:r>
            </a:p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e-learning launch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4E131AE-2130-4FA8-871E-EFF8FDC15111}"/>
              </a:ext>
            </a:extLst>
          </p:cNvPr>
          <p:cNvGrpSpPr/>
          <p:nvPr/>
        </p:nvGrpSpPr>
        <p:grpSpPr>
          <a:xfrm>
            <a:off x="7585220" y="3972007"/>
            <a:ext cx="2153294" cy="871020"/>
            <a:chOff x="3937104" y="3556545"/>
            <a:chExt cx="2153294" cy="871020"/>
          </a:xfrm>
        </p:grpSpPr>
        <p:sp>
          <p:nvSpPr>
            <p:cNvPr id="44" name="Text Placeholder 1">
              <a:extLst>
                <a:ext uri="{FF2B5EF4-FFF2-40B4-BE49-F238E27FC236}">
                  <a16:creationId xmlns:a16="http://schemas.microsoft.com/office/drawing/2014/main" id="{15052436-1CCF-4000-A619-BA7D91C79AE6}"/>
                </a:ext>
              </a:extLst>
            </p:cNvPr>
            <p:cNvSpPr txBox="1">
              <a:spLocks/>
            </p:cNvSpPr>
            <p:nvPr/>
          </p:nvSpPr>
          <p:spPr>
            <a:xfrm>
              <a:off x="4352950" y="3556545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9/1</a:t>
              </a:r>
            </a:p>
          </p:txBody>
        </p:sp>
        <p:sp>
          <p:nvSpPr>
            <p:cNvPr id="45" name="Text Placeholder 1">
              <a:extLst>
                <a:ext uri="{FF2B5EF4-FFF2-40B4-BE49-F238E27FC236}">
                  <a16:creationId xmlns:a16="http://schemas.microsoft.com/office/drawing/2014/main" id="{45F4CEE5-FF06-424C-9E31-4ED44189C8E4}"/>
                </a:ext>
              </a:extLst>
            </p:cNvPr>
            <p:cNvSpPr txBox="1">
              <a:spLocks/>
            </p:cNvSpPr>
            <p:nvPr/>
          </p:nvSpPr>
          <p:spPr>
            <a:xfrm>
              <a:off x="3937104" y="4031347"/>
              <a:ext cx="2153294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Content Brief</a:t>
              </a:r>
            </a:p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Agent open</a:t>
              </a:r>
              <a:endParaRPr kumimoji="1" lang="en-US" altLang="ko-KR" sz="1600" b="1" i="0" u="none" strike="noStrike" kern="1200" cap="none" spc="-7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51E53EF-5A52-4439-937B-11CD61DF65BD}"/>
              </a:ext>
            </a:extLst>
          </p:cNvPr>
          <p:cNvGrpSpPr/>
          <p:nvPr/>
        </p:nvGrpSpPr>
        <p:grpSpPr>
          <a:xfrm>
            <a:off x="5761760" y="3972007"/>
            <a:ext cx="2153294" cy="871020"/>
            <a:chOff x="2192259" y="3556545"/>
            <a:chExt cx="2153294" cy="871020"/>
          </a:xfrm>
        </p:grpSpPr>
        <p:sp>
          <p:nvSpPr>
            <p:cNvPr id="52" name="Text Placeholder 1">
              <a:extLst>
                <a:ext uri="{FF2B5EF4-FFF2-40B4-BE49-F238E27FC236}">
                  <a16:creationId xmlns:a16="http://schemas.microsoft.com/office/drawing/2014/main" id="{74F55FB1-E3A7-4300-B85B-C580FA6D0D4D}"/>
                </a:ext>
              </a:extLst>
            </p:cNvPr>
            <p:cNvSpPr txBox="1">
              <a:spLocks/>
            </p:cNvSpPr>
            <p:nvPr/>
          </p:nvSpPr>
          <p:spPr>
            <a:xfrm>
              <a:off x="2608105" y="3556545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8/7~14</a:t>
              </a:r>
            </a:p>
          </p:txBody>
        </p:sp>
        <p:sp>
          <p:nvSpPr>
            <p:cNvPr id="53" name="Text Placeholder 1">
              <a:extLst>
                <a:ext uri="{FF2B5EF4-FFF2-40B4-BE49-F238E27FC236}">
                  <a16:creationId xmlns:a16="http://schemas.microsoft.com/office/drawing/2014/main" id="{8FF6FDEF-3EBB-4A4D-9F46-96EE4FB0762D}"/>
                </a:ext>
              </a:extLst>
            </p:cNvPr>
            <p:cNvSpPr txBox="1">
              <a:spLocks/>
            </p:cNvSpPr>
            <p:nvPr/>
          </p:nvSpPr>
          <p:spPr>
            <a:xfrm>
              <a:off x="2192259" y="4031347"/>
              <a:ext cx="2153294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spc="-70" dirty="0">
                  <a:solidFill>
                    <a:prstClr val="black"/>
                  </a:solidFill>
                  <a:latin typeface="Samsung SS Body KR Regular" pitchFamily="2" charset="-127"/>
                  <a:ea typeface="Samsung SS Body KR Regular" pitchFamily="2" charset="-127"/>
                </a:rPr>
                <a:t>Beta</a:t>
              </a: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 Test</a:t>
              </a:r>
            </a:p>
          </p:txBody>
        </p:sp>
      </p:grpSp>
      <p:sp>
        <p:nvSpPr>
          <p:cNvPr id="55" name="내용 개체 틀 8">
            <a:extLst>
              <a:ext uri="{FF2B5EF4-FFF2-40B4-BE49-F238E27FC236}">
                <a16:creationId xmlns:a16="http://schemas.microsoft.com/office/drawing/2014/main" id="{A0F33B96-873D-4823-9DA5-E124C9F510E0}"/>
              </a:ext>
            </a:extLst>
          </p:cNvPr>
          <p:cNvSpPr txBox="1">
            <a:spLocks/>
          </p:cNvSpPr>
          <p:nvPr/>
        </p:nvSpPr>
        <p:spPr>
          <a:xfrm>
            <a:off x="511542" y="1280830"/>
            <a:ext cx="11332127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lvl="0" indent="0" defTabSz="519434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>
                <a:solidFill>
                  <a:srgbClr val="000000">
                    <a:lumMod val="95000"/>
                    <a:lumOff val="5000"/>
                  </a:srgbClr>
                </a:solidFill>
                <a:latin typeface="Samsung SS Body Regular" pitchFamily="2" charset="0"/>
                <a:ea typeface="Samsung SS Head KR Light" pitchFamily="2" charset="-127"/>
                <a:cs typeface="Samsung SS Body Regular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600" dirty="0"/>
              <a:t>- Aug: Alpha Test – GBC/RHQ/Division Marketing</a:t>
            </a:r>
          </a:p>
        </p:txBody>
      </p:sp>
      <p:sp>
        <p:nvSpPr>
          <p:cNvPr id="57" name="내용 개체 틀 8">
            <a:extLst>
              <a:ext uri="{FF2B5EF4-FFF2-40B4-BE49-F238E27FC236}">
                <a16:creationId xmlns:a16="http://schemas.microsoft.com/office/drawing/2014/main" id="{A294FF01-B33F-4254-9470-0DFECD52948C}"/>
              </a:ext>
            </a:extLst>
          </p:cNvPr>
          <p:cNvSpPr txBox="1">
            <a:spLocks/>
          </p:cNvSpPr>
          <p:nvPr/>
        </p:nvSpPr>
        <p:spPr>
          <a:xfrm>
            <a:off x="511542" y="1681065"/>
            <a:ext cx="11332127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lvl="0" indent="0" defTabSz="519434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>
                <a:solidFill>
                  <a:srgbClr val="000000">
                    <a:lumMod val="95000"/>
                    <a:lumOff val="5000"/>
                  </a:srgbClr>
                </a:solidFill>
                <a:latin typeface="Samsung SS Body Regular" pitchFamily="2" charset="0"/>
                <a:ea typeface="Samsung SS Head KR Light" pitchFamily="2" charset="-127"/>
                <a:cs typeface="Samsung SS Body Regular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600" dirty="0"/>
              <a:t>- Sep: Samsung U e-learning &amp;</a:t>
            </a:r>
            <a:r>
              <a:rPr lang="ko-KR" altLang="en-US" sz="1600" dirty="0"/>
              <a:t> </a:t>
            </a:r>
            <a:r>
              <a:rPr lang="en-US" altLang="ko-KR" sz="1600" dirty="0"/>
              <a:t>Agent official launch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2D58E0E-D100-44D0-A6C5-985D6257E308}"/>
              </a:ext>
            </a:extLst>
          </p:cNvPr>
          <p:cNvGrpSpPr/>
          <p:nvPr/>
        </p:nvGrpSpPr>
        <p:grpSpPr>
          <a:xfrm>
            <a:off x="2114840" y="3562526"/>
            <a:ext cx="2153294" cy="1280501"/>
            <a:chOff x="2192259" y="3147064"/>
            <a:chExt cx="2153294" cy="1280501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6505078-D020-4849-A316-52D1B4A76A37}"/>
                </a:ext>
              </a:extLst>
            </p:cNvPr>
            <p:cNvSpPr/>
            <p:nvPr/>
          </p:nvSpPr>
          <p:spPr>
            <a:xfrm>
              <a:off x="3107793" y="3147064"/>
              <a:ext cx="388620" cy="388620"/>
            </a:xfrm>
            <a:prstGeom prst="ellipse">
              <a:avLst/>
            </a:prstGeom>
            <a:solidFill>
              <a:srgbClr val="0000F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-7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82" name="Text Placeholder 1">
              <a:extLst>
                <a:ext uri="{FF2B5EF4-FFF2-40B4-BE49-F238E27FC236}">
                  <a16:creationId xmlns:a16="http://schemas.microsoft.com/office/drawing/2014/main" id="{91FC08F2-BC2F-4C96-905B-839C998275E7}"/>
                </a:ext>
              </a:extLst>
            </p:cNvPr>
            <p:cNvSpPr txBox="1">
              <a:spLocks/>
            </p:cNvSpPr>
            <p:nvPr/>
          </p:nvSpPr>
          <p:spPr>
            <a:xfrm>
              <a:off x="2608105" y="3556545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~8/5</a:t>
              </a:r>
            </a:p>
          </p:txBody>
        </p:sp>
        <p:sp>
          <p:nvSpPr>
            <p:cNvPr id="83" name="Text Placeholder 1">
              <a:extLst>
                <a:ext uri="{FF2B5EF4-FFF2-40B4-BE49-F238E27FC236}">
                  <a16:creationId xmlns:a16="http://schemas.microsoft.com/office/drawing/2014/main" id="{754A4392-4044-4953-B785-7C1637CB3418}"/>
                </a:ext>
              </a:extLst>
            </p:cNvPr>
            <p:cNvSpPr txBox="1">
              <a:spLocks/>
            </p:cNvSpPr>
            <p:nvPr/>
          </p:nvSpPr>
          <p:spPr>
            <a:xfrm>
              <a:off x="2192259" y="4031347"/>
              <a:ext cx="2153294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spc="-70" dirty="0">
                  <a:solidFill>
                    <a:prstClr val="black"/>
                  </a:solidFill>
                  <a:latin typeface="Samsung SS Body KR Regular" pitchFamily="2" charset="-127"/>
                  <a:ea typeface="Samsung SS Body KR Regular" pitchFamily="2" charset="-127"/>
                </a:rPr>
                <a:t>Beta</a:t>
              </a: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 test </a:t>
              </a:r>
            </a:p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volunteer sign-up</a:t>
              </a:r>
            </a:p>
          </p:txBody>
        </p:sp>
      </p:grp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858955E5-150C-4EDB-80BF-3E0C6BB6BB87}"/>
              </a:ext>
            </a:extLst>
          </p:cNvPr>
          <p:cNvSpPr/>
          <p:nvPr/>
        </p:nvSpPr>
        <p:spPr>
          <a:xfrm>
            <a:off x="2349099" y="3277996"/>
            <a:ext cx="1711112" cy="2191743"/>
          </a:xfrm>
          <a:prstGeom prst="roundRect">
            <a:avLst>
              <a:gd name="adj" fmla="val 2666"/>
            </a:avLst>
          </a:prstGeom>
          <a:noFill/>
          <a:ln w="28575">
            <a:solidFill>
              <a:srgbClr val="0033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B8628F2-DFD6-4313-A66F-940A9F93F1D0}"/>
              </a:ext>
            </a:extLst>
          </p:cNvPr>
          <p:cNvGrpSpPr/>
          <p:nvPr/>
        </p:nvGrpSpPr>
        <p:grpSpPr>
          <a:xfrm>
            <a:off x="3938300" y="3562526"/>
            <a:ext cx="2153294" cy="1280501"/>
            <a:chOff x="2192259" y="3147064"/>
            <a:chExt cx="2153294" cy="1280501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5F00C3AE-DAEE-4552-BAD1-D1209BAB5FDC}"/>
                </a:ext>
              </a:extLst>
            </p:cNvPr>
            <p:cNvSpPr/>
            <p:nvPr/>
          </p:nvSpPr>
          <p:spPr>
            <a:xfrm>
              <a:off x="3107793" y="3147064"/>
              <a:ext cx="388620" cy="388620"/>
            </a:xfrm>
            <a:prstGeom prst="ellipse">
              <a:avLst/>
            </a:prstGeom>
            <a:solidFill>
              <a:srgbClr val="00336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-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 SS Body KR Regular" pitchFamily="2" charset="-127"/>
                <a:ea typeface="Samsung SS Body KR Regular" pitchFamily="2" charset="-127"/>
              </a:endParaRPr>
            </a:p>
          </p:txBody>
        </p:sp>
        <p:sp>
          <p:nvSpPr>
            <p:cNvPr id="86" name="Text Placeholder 1">
              <a:extLst>
                <a:ext uri="{FF2B5EF4-FFF2-40B4-BE49-F238E27FC236}">
                  <a16:creationId xmlns:a16="http://schemas.microsoft.com/office/drawing/2014/main" id="{C2A7437E-73C9-407A-9758-7B0AFF300D49}"/>
                </a:ext>
              </a:extLst>
            </p:cNvPr>
            <p:cNvSpPr txBox="1">
              <a:spLocks/>
            </p:cNvSpPr>
            <p:nvPr/>
          </p:nvSpPr>
          <p:spPr>
            <a:xfrm>
              <a:off x="2608105" y="3556545"/>
              <a:ext cx="1332389" cy="375742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8/7</a:t>
              </a:r>
            </a:p>
          </p:txBody>
        </p:sp>
        <p:sp>
          <p:nvSpPr>
            <p:cNvPr id="87" name="Text Placeholder 1">
              <a:extLst>
                <a:ext uri="{FF2B5EF4-FFF2-40B4-BE49-F238E27FC236}">
                  <a16:creationId xmlns:a16="http://schemas.microsoft.com/office/drawing/2014/main" id="{F4B8D1B6-0BB7-42F8-BFF5-33523520C10D}"/>
                </a:ext>
              </a:extLst>
            </p:cNvPr>
            <p:cNvSpPr txBox="1">
              <a:spLocks/>
            </p:cNvSpPr>
            <p:nvPr/>
          </p:nvSpPr>
          <p:spPr>
            <a:xfrm>
              <a:off x="2192259" y="4031347"/>
              <a:ext cx="2153294" cy="396218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spc="-70" dirty="0">
                  <a:solidFill>
                    <a:prstClr val="black"/>
                  </a:solidFill>
                  <a:latin typeface="Samsung SS Body KR Regular" pitchFamily="2" charset="-127"/>
                  <a:ea typeface="Samsung SS Body KR Regular" pitchFamily="2" charset="-127"/>
                </a:rPr>
                <a:t>Beta</a:t>
              </a: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 test </a:t>
              </a:r>
            </a:p>
            <a:p>
              <a:pPr marL="0" marR="0" lvl="5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1" lang="en-US" altLang="ko-KR" sz="1600" b="1" i="0" u="none" strike="noStrike" kern="1200" cap="none" spc="-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 SS Body KR Regular" pitchFamily="2" charset="-127"/>
                  <a:ea typeface="Samsung SS Body KR Regular" pitchFamily="2" charset="-127"/>
                </a:rPr>
                <a:t>volunteer selection</a:t>
              </a:r>
            </a:p>
          </p:txBody>
        </p:sp>
      </p:grpSp>
      <p:sp>
        <p:nvSpPr>
          <p:cNvPr id="47" name="내용 개체 틀 8">
            <a:extLst>
              <a:ext uri="{FF2B5EF4-FFF2-40B4-BE49-F238E27FC236}">
                <a16:creationId xmlns:a16="http://schemas.microsoft.com/office/drawing/2014/main" id="{ECFC297C-6189-457A-859E-3F9F9F65764C}"/>
              </a:ext>
            </a:extLst>
          </p:cNvPr>
          <p:cNvSpPr txBox="1">
            <a:spLocks/>
          </p:cNvSpPr>
          <p:nvPr/>
        </p:nvSpPr>
        <p:spPr>
          <a:xfrm>
            <a:off x="599342" y="6054588"/>
            <a:ext cx="11332127" cy="3693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lvl="0" indent="0" defTabSz="519434" latinLnBrk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>
                <a:solidFill>
                  <a:srgbClr val="000000">
                    <a:lumMod val="95000"/>
                    <a:lumOff val="5000"/>
                  </a:srgbClr>
                </a:solidFill>
                <a:latin typeface="Samsung SS Body Regular" pitchFamily="2" charset="0"/>
                <a:ea typeface="Samsung SS Head KR Light" pitchFamily="2" charset="-127"/>
                <a:cs typeface="Samsung SS Body Regular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1600" dirty="0"/>
              <a:t>* Call for participants: Reginal creative marketing brief agent pilot (Apply via email : ax.marketing@samsung.com</a:t>
            </a:r>
            <a:r>
              <a:rPr lang="ko-KR" altLang="en-US" sz="1600" dirty="0"/>
              <a:t> </a:t>
            </a:r>
            <a:r>
              <a:rPr lang="en-US" altLang="ko-KR" sz="1600" dirty="0"/>
              <a:t>)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9521B0A-3CC7-42E1-9773-6E79863FA2CA}"/>
              </a:ext>
            </a:extLst>
          </p:cNvPr>
          <p:cNvSpPr/>
          <p:nvPr/>
        </p:nvSpPr>
        <p:spPr>
          <a:xfrm>
            <a:off x="8467557" y="3562526"/>
            <a:ext cx="388620" cy="388620"/>
          </a:xfrm>
          <a:prstGeom prst="ellipse">
            <a:avLst/>
          </a:prstGeom>
          <a:solidFill>
            <a:srgbClr val="0000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-7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E99A964-9F1F-4741-9AC5-0E0E26C02F7A}"/>
              </a:ext>
            </a:extLst>
          </p:cNvPr>
          <p:cNvSpPr/>
          <p:nvPr/>
        </p:nvSpPr>
        <p:spPr>
          <a:xfrm>
            <a:off x="10300594" y="3565926"/>
            <a:ext cx="388620" cy="388620"/>
          </a:xfrm>
          <a:prstGeom prst="ellipse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-7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0049B03-7A22-44D9-9CFA-9D73505819C0}"/>
              </a:ext>
            </a:extLst>
          </p:cNvPr>
          <p:cNvSpPr/>
          <p:nvPr/>
        </p:nvSpPr>
        <p:spPr>
          <a:xfrm>
            <a:off x="6660695" y="3522320"/>
            <a:ext cx="388620" cy="388620"/>
          </a:xfrm>
          <a:prstGeom prst="ellipse">
            <a:avLst/>
          </a:prstGeom>
          <a:solidFill>
            <a:srgbClr val="00336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-7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 SS Body KR Regular" pitchFamily="2" charset="-127"/>
              <a:ea typeface="Samsung SS Body KR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65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Samsung Sharp Sans Bold"/>
        <a:ea typeface="SamsungOneKorean 700"/>
        <a:cs typeface=""/>
      </a:majorFont>
      <a:minorFont>
        <a:latin typeface="Samsung Sharp Sans Medium"/>
        <a:ea typeface="SamsungOneKorean 5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">
      <a:majorFont>
        <a:latin typeface="Samsung SS Head KR Bold"/>
        <a:ea typeface="Samsung SS Head KR Bold"/>
        <a:cs typeface=""/>
      </a:majorFont>
      <a:minorFont>
        <a:latin typeface="Samsung SS Body KR Regular"/>
        <a:ea typeface="Samsung SS Body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5DE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Samsung Sharp Sans Bold"/>
        <a:ea typeface="SamsungOneKorean 700"/>
        <a:cs typeface=""/>
      </a:majorFont>
      <a:minorFont>
        <a:latin typeface="Samsung Sharp Sans Medium"/>
        <a:ea typeface="SamsungOneKorean 5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5648</TotalTime>
  <Words>260</Words>
  <Application>Microsoft Office PowerPoint</Application>
  <PresentationFormat>와이드스크린</PresentationFormat>
  <Paragraphs>44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8" baseType="lpstr">
      <vt:lpstr>Samsung Sharp Sans Bold</vt:lpstr>
      <vt:lpstr>Samsung Sharp Sans Medium</vt:lpstr>
      <vt:lpstr>Samsung SS Body KR Bold</vt:lpstr>
      <vt:lpstr>Samsung SS Body KR Light</vt:lpstr>
      <vt:lpstr>Samsung SS Body KR Regular</vt:lpstr>
      <vt:lpstr>Samsung SS Body Regular</vt:lpstr>
      <vt:lpstr>Samsung SS Head KR Bold</vt:lpstr>
      <vt:lpstr>Samsung SS Head KR Medium</vt:lpstr>
      <vt:lpstr>SamsungOneKorean 500</vt:lpstr>
      <vt:lpstr>SamsungOneKorean 700</vt:lpstr>
      <vt:lpstr>맑은 고딕</vt:lpstr>
      <vt:lpstr>Arial</vt:lpstr>
      <vt:lpstr>1_Office 테마</vt:lpstr>
      <vt:lpstr>2_Office 테마</vt:lpstr>
      <vt:lpstr>3_Office 테마</vt:lpstr>
      <vt:lpstr>think-cell Slide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강기재/마케팅기획운영그룹(GMO)/삼성전자</dc:creator>
  <cp:lastModifiedBy>최종화/AX Lab(GBC)/삼성전자</cp:lastModifiedBy>
  <cp:revision>174</cp:revision>
  <cp:lastPrinted>2026-07-20T06:00:37Z</cp:lastPrinted>
  <dcterms:created xsi:type="dcterms:W3CDTF">2026-05-14T04:26:25Z</dcterms:created>
  <dcterms:modified xsi:type="dcterms:W3CDTF">2026-07-24T06:07:30Z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E664ADE4E597AC362D4D8710313850F56825958D762B58E4B92CC3EF98D0DEC16525EAF6B720DBD1D9CFEECFDAF95F48C8DF5EC8124D6C797582DA02CBD31681</vt:lpwstr>
  </property>
</Properties>
</file>